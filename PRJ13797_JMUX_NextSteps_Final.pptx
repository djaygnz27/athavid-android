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 &amp; Current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11731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📋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35024"/>
            <a:ext cx="11731752" cy="2834640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3716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4356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435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Work with B&amp;M to test the RTU circuit that was run by CNI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8288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1892807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89280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7451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Make sure all Phase 1 nodes are built into the network GUI and can be accessed remotely. Also need to check that all routers are configured as per SSP.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22860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" y="23500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350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331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Complete testing on test RTU and work with B&amp;M to go over MOP to move production RTU.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27432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" y="28072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2807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88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Follow up with Hawkeye to make sure the site surveys are scheduled for Phase 2 sites. 9/36 IFCs sent to Hawkeye.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32004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32644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2644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246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Track PAR control design and equipment ordered for 6 sites.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36576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37216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3721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703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Keep tracking IFR/IFCs – 9/36 received to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251960"/>
            <a:ext cx="1173175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4251960"/>
            <a:ext cx="11731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⚠️  Current Risks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581144"/>
            <a:ext cx="11731752" cy="1938528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" y="4681728"/>
            <a:ext cx="25603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46817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465429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Legacy JMUX equipment old and delicate. Potential for Outage.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" y="5047488"/>
            <a:ext cx="25603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5047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50200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Ran into faulty connectors that are over 25 years old and not readily available with vendors.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" y="5413248"/>
            <a:ext cx="25603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54132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5385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Potential brittle fiber patch panels, face plates, connectors and cables.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" y="5779008"/>
            <a:ext cx="25603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5779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57515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Weather delay and delay in installing the equipment at sub-station (tracking weekly).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6144768"/>
            <a:ext cx="25603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61447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611733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</a:rPr>
              <a:t>Potential Schedule delays due to other major substation project conflicts.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