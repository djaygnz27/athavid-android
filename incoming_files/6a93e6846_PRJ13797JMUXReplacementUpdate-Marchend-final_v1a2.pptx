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xlsb" ContentType="application/vnd.ms-excel.sheet.binary.macroEnabled.12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5" Type="http://schemas.microsoft.com/office/2020/02/relationships/classificationlabels" Target="docMetadata/LabelInfo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833" r:id="rId4"/>
  </p:sldMasterIdLst>
  <p:notesMasterIdLst>
    <p:notesMasterId r:id="rId15"/>
  </p:notesMasterIdLst>
  <p:sldIdLst>
    <p:sldId id="454" r:id="rId5"/>
    <p:sldId id="465" r:id="rId6"/>
    <p:sldId id="2147477449" r:id="rId7"/>
    <p:sldId id="2147477446" r:id="rId8"/>
    <p:sldId id="2147477433" r:id="rId9"/>
    <p:sldId id="2147477434" r:id="rId10"/>
    <p:sldId id="2147477435" r:id="rId11"/>
    <p:sldId id="260" r:id="rId12"/>
    <p:sldId id="2147477441" r:id="rId13"/>
    <p:sldId id="2147477438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Title Slides" id="{5F1BB82B-E214-404B-B4A1-D1B60B4AAF9F}">
          <p14:sldIdLst>
            <p14:sldId id="454"/>
          </p14:sldIdLst>
        </p14:section>
        <p14:section name="Divider Section" id="{E082A701-3AD9-4733-BB9A-2631BFCCDFFB}">
          <p14:sldIdLst/>
        </p14:section>
        <p14:section name="Content Section" id="{46443504-A548-4F26-B7C8-B462ABD4EFF0}">
          <p14:sldIdLst>
            <p14:sldId id="465"/>
            <p14:sldId id="2147477449"/>
            <p14:sldId id="2147477446"/>
            <p14:sldId id="2147477433"/>
            <p14:sldId id="2147477434"/>
            <p14:sldId id="2147477435"/>
            <p14:sldId id="260"/>
            <p14:sldId id="2147477441"/>
            <p14:sldId id="2147477438"/>
          </p14:sldIdLst>
        </p14:section>
        <p14:section name="Closing Section" id="{9F918853-CC87-4290-A67C-08F0CA273397}">
          <p14:sldIdLst/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CB8484E-85E5-B6BC-69A0-322218EBF286}" name="Treber, Kaitlin" initials="TK" userId="S::31439@icf.com::9dfe7150-1d09-491d-af00-d225e3736704" providerId="AD"/>
  <p188:author id="{62CAADDC-D9D2-520D-42C7-343811CAF82E}" name="Silverman, Matt" initials="SM" userId="S::40292@icf.com::0daebbd3-6099-4db6-b0ec-f7787efe94c9" providerId="AD"/>
  <p188:author id="{CD2442DD-B799-B0EB-47B7-2497D9B753F7}" name="Specht, George" initials="SG" userId="S::34756@icf.com::339283ee-a0bb-48e3-b124-8f63f8ac955f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Chan, Carlotta" initials="CC" lastIdx="4" clrIdx="0">
    <p:extLst>
      <p:ext uri="{19B8F6BF-5375-455C-9EA6-DF929625EA0E}">
        <p15:presenceInfo xmlns:p15="http://schemas.microsoft.com/office/powerpoint/2012/main" userId="S-1-5-21-1876172974-742851678-1849977318-150345" providerId="AD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E5EDF8"/>
    <a:srgbClr val="142C41"/>
    <a:srgbClr val="E1FF01"/>
    <a:srgbClr val="FCFC92"/>
    <a:srgbClr val="59595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75DCB02-9BB8-47FD-8907-85C794F793BA}" styleName="Themed Style 1 -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137" autoAdjust="0"/>
    <p:restoredTop sz="93690" autoAdjust="0"/>
  </p:normalViewPr>
  <p:slideViewPr>
    <p:cSldViewPr snapToGrid="0">
      <p:cViewPr>
        <p:scale>
          <a:sx n="100" d="100"/>
          <a:sy n="100" d="100"/>
        </p:scale>
        <p:origin x="2924" y="-141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21" Type="http://schemas.microsoft.com/office/2018/10/relationships/authors" Target="author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commentAuthors" Target="commentAuthors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6.xml"/><Relationship Id="rId19" Type="http://schemas.openxmlformats.org/officeDocument/2006/relationships/theme" Target="theme/theme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05693C9-38CA-445B-AEEA-616BD994FADC}" type="datetimeFigureOut">
              <a:rPr lang="en-US" smtClean="0"/>
              <a:t>4/21/2026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F0523DC-AC0C-4CF5-B9CB-C3612BF693E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96431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8010946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545299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F0523DC-AC0C-4CF5-B9CB-C3612BF693EF}" type="slidenum">
              <a:rPr lang="en-US" smtClean="0"/>
              <a:t>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3854730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emf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05574431"/>
      </p:ext>
    </p:extLst>
  </p:cSld>
  <p:clrMapOvr>
    <a:masterClrMapping/>
  </p:clrMapOvr>
  <p:hf hdr="0" ft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66400152"/>
      </p:ext>
    </p:extLst>
  </p:cSld>
  <p:clrMapOvr>
    <a:masterClrMapping/>
  </p:clrMapOvr>
  <p:hf hdr="0" ft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33680186"/>
      </p:ext>
    </p:extLst>
  </p:cSld>
  <p:clrMapOvr>
    <a:masterClrMapping/>
  </p:clrMapOvr>
  <p:hf hdr="0" ft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4158326"/>
      </p:ext>
    </p:extLst>
  </p:cSld>
  <p:clrMapOvr>
    <a:masterClrMapping/>
  </p:clrMapOvr>
  <p:hf hdr="0" ft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3879277"/>
      </p:ext>
    </p:extLst>
  </p:cSld>
  <p:clrMapOvr>
    <a:masterClrMapping/>
  </p:clrMapOvr>
  <p:hf hdr="0" ft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94238775"/>
      </p:ext>
    </p:extLst>
  </p:cSld>
  <p:clrMapOvr>
    <a:masterClrMapping/>
  </p:clrMapOvr>
  <p:hf hdr="0" ft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22592"/>
      </p:ext>
    </p:extLst>
  </p:cSld>
  <p:clrMapOvr>
    <a:masterClrMapping/>
  </p:clrMapOvr>
  <p:hf hdr="0" ft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11603229"/>
      </p:ext>
    </p:extLst>
  </p:cSld>
  <p:clrMapOvr>
    <a:masterClrMapping/>
  </p:clrMapOvr>
  <p:hf hdr="0" ft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98412544"/>
      </p:ext>
    </p:extLst>
  </p:cSld>
  <p:clrMapOvr>
    <a:masterClrMapping/>
  </p:clrMapOvr>
  <p:hf hdr="0" ft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0773180"/>
      </p:ext>
    </p:extLst>
  </p:cSld>
  <p:clrMapOvr>
    <a:masterClrMapping/>
  </p:clrMapOvr>
  <p:hf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57074748"/>
      </p:ext>
    </p:extLst>
  </p:cSld>
  <p:clrMapOvr>
    <a:masterClrMapping/>
  </p:clrMapOvr>
  <p:hf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Slide - Full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763079"/>
            <a:ext cx="5969000" cy="1699591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B85B803C-754B-909B-4478-4FBB175B37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8D96E424-0B0B-4906-94B5-B37E7E0C7E0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0526565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_Title and Content - Steel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AB575AC-86C2-D337-14DF-FCF46DCC0708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799BAE-1EDC-B379-8D6B-9DE8FD3A626A}"/>
              </a:ext>
            </a:extLst>
          </p:cNvPr>
          <p:cNvSpPr txBox="1">
            <a:spLocks/>
          </p:cNvSpPr>
          <p:nvPr userDrawn="1"/>
        </p:nvSpPr>
        <p:spPr>
          <a:xfrm>
            <a:off x="11892520" y="65247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6997426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ide Pictu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9791AC60-58C6-9164-8F72-D155C522B773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214360" y="0"/>
            <a:ext cx="397764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1" name="Slide Number Placeholder 5">
            <a:extLst>
              <a:ext uri="{FF2B5EF4-FFF2-40B4-BE49-F238E27FC236}">
                <a16:creationId xmlns:a16="http://schemas.microsoft.com/office/drawing/2014/main" id="{BAAC64E3-0361-F4FA-B3AD-E06D755F1963}"/>
              </a:ext>
            </a:extLst>
          </p:cNvPr>
          <p:cNvSpPr txBox="1">
            <a:spLocks/>
          </p:cNvSpPr>
          <p:nvPr userDrawn="1"/>
        </p:nvSpPr>
        <p:spPr>
          <a:xfrm>
            <a:off x="11579225" y="6373813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mtClean="0">
                <a:solidFill>
                  <a:schemeClr val="bg1"/>
                </a:solidFill>
              </a:rPr>
              <a:pPr algn="ctr"/>
              <a:t>‹#›</a:t>
            </a:fld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438D377-8C25-500F-B46A-738EE9EC0613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C698C27-9AFB-5139-37A3-B84E67D9F0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Subtitle 2">
            <a:extLst>
              <a:ext uri="{FF2B5EF4-FFF2-40B4-BE49-F238E27FC236}">
                <a16:creationId xmlns:a16="http://schemas.microsoft.com/office/drawing/2014/main" id="{89BDCC2C-E78C-0328-75E0-515B063111F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2650B90-B0BB-AE3C-F0AC-59812CE4D569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340287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13992"/>
            <a:ext cx="5969000" cy="1948070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A51277D9-2ACD-423C-7F93-BB9DAF2C87B0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8891081" y="6445023"/>
            <a:ext cx="3095640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D32A9164-F04F-DDA7-649A-DE500A79FE3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1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6CF2B6B-3475-1BC0-2928-40C8F4B6747D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3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240103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>
            <a:extLst>
              <a:ext uri="{FF2B5EF4-FFF2-40B4-BE49-F238E27FC236}">
                <a16:creationId xmlns:a16="http://schemas.microsoft.com/office/drawing/2014/main" id="{4E136F65-5519-5748-58DD-F416FBE55D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2"/>
            <a:ext cx="6065445" cy="615792"/>
          </a:xfrm>
          <a:noFill/>
        </p:spPr>
        <p:txBody>
          <a:bodyPr tIns="0" bIns="0" numCol="1"/>
          <a:lstStyle>
            <a:lvl1pPr marL="0" indent="0" algn="l">
              <a:buNone/>
              <a:defRPr sz="1800" b="1" i="0">
                <a:solidFill>
                  <a:schemeClr val="accent4"/>
                </a:solidFill>
                <a:latin typeface="Outfit SemiBold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05000" y="2635871"/>
            <a:ext cx="6528786" cy="1548213"/>
          </a:xfrm>
        </p:spPr>
        <p:txBody>
          <a:bodyPr anchor="t" anchorCtr="0">
            <a:normAutofit/>
          </a:bodyPr>
          <a:lstStyle>
            <a:lvl1pPr algn="l">
              <a:defRPr sz="4600">
                <a:solidFill>
                  <a:schemeClr val="accent4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76D4CFEA-AD6E-3BEA-BD0D-AEDC252517C2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9523379" y="6445023"/>
            <a:ext cx="2463342" cy="278735"/>
          </a:xfrm>
        </p:spPr>
        <p:txBody>
          <a:bodyPr numCol="1" spcCol="0">
            <a:noAutofit/>
          </a:bodyPr>
          <a:lstStyle>
            <a:lvl1pPr algn="r">
              <a:spcBef>
                <a:spcPts val="300"/>
              </a:spcBef>
              <a:spcAft>
                <a:spcPts val="300"/>
              </a:spcAft>
              <a:defRPr sz="10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Date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7CACBAA6-21A2-5DBB-5959-DE259AA1F554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558477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898C888C-0B26-783E-C8DD-285EE5C7D0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155496769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w/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5AA75544-E969-B4AD-6108-D531937CC91F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480050" y="0"/>
            <a:ext cx="671195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E369C34-77C0-8157-D7A7-2F31EFEE0A4E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613360748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67C0CE33-76BB-3B40-58CF-691261A5ED5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7B531C2-AD84-2C53-671D-F31A87405A4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7696541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Full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50F4B64-29BA-A4A6-5E23-04ADBC69135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F2B45F00-4A0D-2358-55FD-8E8C9C94FD0D}"/>
              </a:ext>
            </a:extLst>
          </p:cNvPr>
          <p:cNvSpPr/>
          <p:nvPr/>
        </p:nvSpPr>
        <p:spPr>
          <a:xfrm>
            <a:off x="695949" y="1422570"/>
            <a:ext cx="1457369" cy="1460462"/>
          </a:xfrm>
          <a:custGeom>
            <a:avLst/>
            <a:gdLst>
              <a:gd name="connsiteX0" fmla="*/ 1353235 w 1457369"/>
              <a:gd name="connsiteY0" fmla="*/ 0 h 1460462"/>
              <a:gd name="connsiteX1" fmla="*/ 160197 w 1457369"/>
              <a:gd name="connsiteY1" fmla="*/ 0 h 1460462"/>
              <a:gd name="connsiteX2" fmla="*/ 264074 w 1457369"/>
              <a:gd name="connsiteY2" fmla="*/ 103748 h 1460462"/>
              <a:gd name="connsiteX3" fmla="*/ 1279902 w 1457369"/>
              <a:gd name="connsiteY3" fmla="*/ 103748 h 1460462"/>
              <a:gd name="connsiteX4" fmla="*/ 0 w 1457369"/>
              <a:gd name="connsiteY4" fmla="*/ 1387001 h 1460462"/>
              <a:gd name="connsiteX5" fmla="*/ 73590 w 1457369"/>
              <a:gd name="connsiteY5" fmla="*/ 1460463 h 1460462"/>
              <a:gd name="connsiteX6" fmla="*/ 1353235 w 1457369"/>
              <a:gd name="connsiteY6" fmla="*/ 177596 h 1460462"/>
              <a:gd name="connsiteX7" fmla="*/ 1353235 w 1457369"/>
              <a:gd name="connsiteY7" fmla="*/ 1200126 h 1460462"/>
              <a:gd name="connsiteX8" fmla="*/ 1457369 w 1457369"/>
              <a:gd name="connsiteY8" fmla="*/ 1294466 h 1460462"/>
              <a:gd name="connsiteX9" fmla="*/ 1457369 w 1457369"/>
              <a:gd name="connsiteY9" fmla="*/ 103748 h 1460462"/>
              <a:gd name="connsiteX10" fmla="*/ 1457369 w 1457369"/>
              <a:gd name="connsiteY10" fmla="*/ 0 h 1460462"/>
              <a:gd name="connsiteX11" fmla="*/ 1353235 w 1457369"/>
              <a:gd name="connsiteY11" fmla="*/ 0 h 14604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57369" h="1460462">
                <a:moveTo>
                  <a:pt x="1353235" y="0"/>
                </a:moveTo>
                <a:lnTo>
                  <a:pt x="160197" y="0"/>
                </a:lnTo>
                <a:lnTo>
                  <a:pt x="264074" y="103748"/>
                </a:lnTo>
                <a:lnTo>
                  <a:pt x="1279902" y="103748"/>
                </a:lnTo>
                <a:lnTo>
                  <a:pt x="0" y="1387001"/>
                </a:lnTo>
                <a:lnTo>
                  <a:pt x="73590" y="1460463"/>
                </a:lnTo>
                <a:lnTo>
                  <a:pt x="1353235" y="177596"/>
                </a:lnTo>
                <a:lnTo>
                  <a:pt x="1353235" y="1200126"/>
                </a:lnTo>
                <a:lnTo>
                  <a:pt x="1457369" y="1294466"/>
                </a:lnTo>
                <a:lnTo>
                  <a:pt x="1457369" y="103748"/>
                </a:lnTo>
                <a:lnTo>
                  <a:pt x="1457369" y="0"/>
                </a:lnTo>
                <a:lnTo>
                  <a:pt x="1353235" y="0"/>
                </a:lnTo>
                <a:close/>
              </a:path>
            </a:pathLst>
          </a:custGeom>
          <a:solidFill>
            <a:srgbClr val="F0522A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482850" y="1255713"/>
            <a:ext cx="6667500" cy="3125787"/>
          </a:xfrm>
        </p:spPr>
        <p:txBody>
          <a:bodyPr anchor="t" anchorCtr="0">
            <a:noAutofit/>
          </a:bodyPr>
          <a:lstStyle>
            <a:lvl1pPr algn="l">
              <a:defRPr sz="67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172" name="Text Placeholder 171">
            <a:extLst>
              <a:ext uri="{FF2B5EF4-FFF2-40B4-BE49-F238E27FC236}">
                <a16:creationId xmlns:a16="http://schemas.microsoft.com/office/drawing/2014/main" id="{C7C18846-2822-2CB5-3682-09F6897F5BB9}"/>
              </a:ext>
            </a:extLst>
          </p:cNvPr>
          <p:cNvSpPr>
            <a:spLocks noGrp="1"/>
          </p:cNvSpPr>
          <p:nvPr>
            <p:ph type="body" sz="quarter" idx="10"/>
          </p:nvPr>
        </p:nvSpPr>
        <p:spPr>
          <a:xfrm>
            <a:off x="4425950" y="4895850"/>
            <a:ext cx="6445250" cy="1651000"/>
          </a:xfrm>
        </p:spPr>
        <p:txBody>
          <a:bodyPr numCol="1" spcCol="0"/>
          <a:lstStyle>
            <a:lvl1pPr>
              <a:defRPr sz="2100" i="1">
                <a:solidFill>
                  <a:schemeClr val="accent3"/>
                </a:solidFill>
              </a:defRPr>
            </a:lvl1pPr>
            <a:lvl2pPr>
              <a:defRPr sz="2100" i="1">
                <a:solidFill>
                  <a:schemeClr val="accent2"/>
                </a:solidFill>
              </a:defRPr>
            </a:lvl2pPr>
            <a:lvl3pPr>
              <a:defRPr sz="2100" i="1">
                <a:solidFill>
                  <a:schemeClr val="accent2"/>
                </a:solidFill>
              </a:defRPr>
            </a:lvl3pPr>
            <a:lvl4pPr>
              <a:defRPr sz="2100" i="1">
                <a:solidFill>
                  <a:schemeClr val="accent2"/>
                </a:solidFill>
              </a:defRPr>
            </a:lvl4pPr>
            <a:lvl5pPr>
              <a:defRPr sz="2100" i="1">
                <a:solidFill>
                  <a:schemeClr val="accent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D007DC57-4711-AB03-C8AF-2A14889A204C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496E1396-41C7-B1BB-5F02-6C1169B8AB33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34668891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vider Slide - Power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9863911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Divider Slide - Power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rgbClr val="E5EDF8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future</a:t>
            </a:r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6C064BB9-6EFE-1F08-DE1F-FF3D33277DAA}"/>
              </a:ext>
            </a:extLst>
          </p:cNvPr>
          <p:cNvSpPr/>
          <p:nvPr/>
        </p:nvSpPr>
        <p:spPr>
          <a:xfrm>
            <a:off x="10030948" y="738346"/>
            <a:ext cx="1472577" cy="1417287"/>
          </a:xfrm>
          <a:custGeom>
            <a:avLst/>
            <a:gdLst>
              <a:gd name="connsiteX0" fmla="*/ 1367411 w 1472577"/>
              <a:gd name="connsiteY0" fmla="*/ 0 h 1417287"/>
              <a:gd name="connsiteX1" fmla="*/ 162002 w 1472577"/>
              <a:gd name="connsiteY1" fmla="*/ 0 h 1417287"/>
              <a:gd name="connsiteX2" fmla="*/ 266781 w 1472577"/>
              <a:gd name="connsiteY2" fmla="*/ 100784 h 1417287"/>
              <a:gd name="connsiteX3" fmla="*/ 1293305 w 1472577"/>
              <a:gd name="connsiteY3" fmla="*/ 100784 h 1417287"/>
              <a:gd name="connsiteX4" fmla="*/ 0 w 1472577"/>
              <a:gd name="connsiteY4" fmla="*/ 1346018 h 1417287"/>
              <a:gd name="connsiteX5" fmla="*/ 74492 w 1472577"/>
              <a:gd name="connsiteY5" fmla="*/ 1417288 h 1417287"/>
              <a:gd name="connsiteX6" fmla="*/ 1367411 w 1472577"/>
              <a:gd name="connsiteY6" fmla="*/ 172441 h 1417287"/>
              <a:gd name="connsiteX7" fmla="*/ 1367411 w 1472577"/>
              <a:gd name="connsiteY7" fmla="*/ 1164555 h 1417287"/>
              <a:gd name="connsiteX8" fmla="*/ 1472577 w 1472577"/>
              <a:gd name="connsiteY8" fmla="*/ 1256189 h 1417287"/>
              <a:gd name="connsiteX9" fmla="*/ 1472577 w 1472577"/>
              <a:gd name="connsiteY9" fmla="*/ 100784 h 1417287"/>
              <a:gd name="connsiteX10" fmla="*/ 1472577 w 1472577"/>
              <a:gd name="connsiteY10" fmla="*/ 0 h 1417287"/>
              <a:gd name="connsiteX11" fmla="*/ 1367411 w 1472577"/>
              <a:gd name="connsiteY11" fmla="*/ 0 h 141728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1472577" h="1417287">
                <a:moveTo>
                  <a:pt x="1367411" y="0"/>
                </a:moveTo>
                <a:lnTo>
                  <a:pt x="162002" y="0"/>
                </a:lnTo>
                <a:lnTo>
                  <a:pt x="266781" y="100784"/>
                </a:lnTo>
                <a:lnTo>
                  <a:pt x="1293305" y="100784"/>
                </a:lnTo>
                <a:lnTo>
                  <a:pt x="0" y="1346018"/>
                </a:lnTo>
                <a:lnTo>
                  <a:pt x="74492" y="1417288"/>
                </a:lnTo>
                <a:lnTo>
                  <a:pt x="1367411" y="172441"/>
                </a:lnTo>
                <a:lnTo>
                  <a:pt x="1367411" y="1164555"/>
                </a:lnTo>
                <a:lnTo>
                  <a:pt x="1472577" y="1256189"/>
                </a:lnTo>
                <a:lnTo>
                  <a:pt x="1472577" y="100784"/>
                </a:lnTo>
                <a:lnTo>
                  <a:pt x="1472577" y="0"/>
                </a:lnTo>
                <a:lnTo>
                  <a:pt x="1367411" y="0"/>
                </a:lnTo>
                <a:close/>
              </a:path>
            </a:pathLst>
          </a:custGeom>
          <a:solidFill>
            <a:srgbClr val="F0512C"/>
          </a:solidFill>
          <a:ln w="12888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E80CBB6-3B98-22CE-31A3-6DF1157E069F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A50E9F-6473-F7A6-7C5C-75DB8F6D979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351094912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0B28F2D1-0450-9173-1799-FAAF547F3D2D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D0D329CF-2058-5444-6197-836A18C2751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66809D8-08F3-3C3E-A532-A1FC049D1B8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7F73E556-955A-7C12-35AB-F8C217C888E9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987165690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ternal Slide w/tex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Freeform: Shape 54">
            <a:extLst>
              <a:ext uri="{FF2B5EF4-FFF2-40B4-BE49-F238E27FC236}">
                <a16:creationId xmlns:a16="http://schemas.microsoft.com/office/drawing/2014/main" id="{6AE56EA0-D173-F25A-CFA3-9E364339CA75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4B630C-1C51-3A96-DC67-4F60C60C4C7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71334F36-E631-69B0-5A4E-6FE9878F253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EA91E68D-B7A1-85CF-3F3E-DBBEA2EF628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42510096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rnal Slide w/text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5F8133F-ECAA-6B60-8231-63D7B57372C5}"/>
              </a:ext>
            </a:extLst>
          </p:cNvPr>
          <p:cNvSpPr/>
          <p:nvPr userDrawn="1"/>
        </p:nvSpPr>
        <p:spPr>
          <a:xfrm>
            <a:off x="0" y="0"/>
            <a:ext cx="12192000" cy="686860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B9BB8F0-85EC-4D39-CE63-DE684648F525}"/>
              </a:ext>
            </a:extLst>
          </p:cNvPr>
          <p:cNvSpPr/>
          <p:nvPr/>
        </p:nvSpPr>
        <p:spPr>
          <a:xfrm>
            <a:off x="555506" y="1786987"/>
            <a:ext cx="824293" cy="826074"/>
          </a:xfrm>
          <a:custGeom>
            <a:avLst/>
            <a:gdLst>
              <a:gd name="connsiteX0" fmla="*/ 765397 w 824293"/>
              <a:gd name="connsiteY0" fmla="*/ 0 h 826074"/>
              <a:gd name="connsiteX1" fmla="*/ 90571 w 824293"/>
              <a:gd name="connsiteY1" fmla="*/ 0 h 826074"/>
              <a:gd name="connsiteX2" fmla="*/ 149340 w 824293"/>
              <a:gd name="connsiteY2" fmla="*/ 58769 h 826074"/>
              <a:gd name="connsiteX3" fmla="*/ 723928 w 824293"/>
              <a:gd name="connsiteY3" fmla="*/ 58769 h 826074"/>
              <a:gd name="connsiteX4" fmla="*/ 0 w 824293"/>
              <a:gd name="connsiteY4" fmla="*/ 784605 h 826074"/>
              <a:gd name="connsiteX5" fmla="*/ 41596 w 824293"/>
              <a:gd name="connsiteY5" fmla="*/ 826074 h 826074"/>
              <a:gd name="connsiteX6" fmla="*/ 765397 w 824293"/>
              <a:gd name="connsiteY6" fmla="*/ 100493 h 826074"/>
              <a:gd name="connsiteX7" fmla="*/ 765397 w 824293"/>
              <a:gd name="connsiteY7" fmla="*/ 678770 h 826074"/>
              <a:gd name="connsiteX8" fmla="*/ 824293 w 824293"/>
              <a:gd name="connsiteY8" fmla="*/ 732196 h 826074"/>
              <a:gd name="connsiteX9" fmla="*/ 824293 w 824293"/>
              <a:gd name="connsiteY9" fmla="*/ 58769 h 826074"/>
              <a:gd name="connsiteX10" fmla="*/ 824293 w 824293"/>
              <a:gd name="connsiteY10" fmla="*/ 0 h 826074"/>
              <a:gd name="connsiteX11" fmla="*/ 765397 w 824293"/>
              <a:gd name="connsiteY11" fmla="*/ 0 h 8260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824293" h="826074">
                <a:moveTo>
                  <a:pt x="765397" y="0"/>
                </a:moveTo>
                <a:lnTo>
                  <a:pt x="90571" y="0"/>
                </a:lnTo>
                <a:lnTo>
                  <a:pt x="149340" y="58769"/>
                </a:lnTo>
                <a:lnTo>
                  <a:pt x="723928" y="58769"/>
                </a:lnTo>
                <a:lnTo>
                  <a:pt x="0" y="784605"/>
                </a:lnTo>
                <a:lnTo>
                  <a:pt x="41596" y="826074"/>
                </a:lnTo>
                <a:lnTo>
                  <a:pt x="765397" y="100493"/>
                </a:lnTo>
                <a:lnTo>
                  <a:pt x="765397" y="678770"/>
                </a:lnTo>
                <a:lnTo>
                  <a:pt x="824293" y="732196"/>
                </a:lnTo>
                <a:lnTo>
                  <a:pt x="824293" y="58769"/>
                </a:lnTo>
                <a:lnTo>
                  <a:pt x="824293" y="0"/>
                </a:lnTo>
                <a:lnTo>
                  <a:pt x="765397" y="0"/>
                </a:lnTo>
                <a:close/>
              </a:path>
            </a:pathLst>
          </a:custGeom>
          <a:solidFill>
            <a:srgbClr val="F0522A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grpSp>
        <p:nvGrpSpPr>
          <p:cNvPr id="162" name="Group 161">
            <a:extLst>
              <a:ext uri="{FF2B5EF4-FFF2-40B4-BE49-F238E27FC236}">
                <a16:creationId xmlns:a16="http://schemas.microsoft.com/office/drawing/2014/main" id="{11480D01-4761-3492-998E-3FF3623ED63F}"/>
              </a:ext>
            </a:extLst>
          </p:cNvPr>
          <p:cNvGrpSpPr/>
          <p:nvPr userDrawn="1"/>
        </p:nvGrpSpPr>
        <p:grpSpPr>
          <a:xfrm>
            <a:off x="-1" y="5539431"/>
            <a:ext cx="5495289" cy="1329173"/>
            <a:chOff x="-1" y="5539431"/>
            <a:chExt cx="5495289" cy="1329173"/>
          </a:xfrm>
        </p:grpSpPr>
        <p:sp>
          <p:nvSpPr>
            <p:cNvPr id="41" name="Freeform: Shape 40">
              <a:extLst>
                <a:ext uri="{FF2B5EF4-FFF2-40B4-BE49-F238E27FC236}">
                  <a16:creationId xmlns:a16="http://schemas.microsoft.com/office/drawing/2014/main" id="{D31F1AD9-92E1-506E-3C36-A6B7551BE1CA}"/>
                </a:ext>
              </a:extLst>
            </p:cNvPr>
            <p:cNvSpPr/>
            <p:nvPr/>
          </p:nvSpPr>
          <p:spPr>
            <a:xfrm>
              <a:off x="-1" y="5539431"/>
              <a:ext cx="5495289" cy="1329173"/>
            </a:xfrm>
            <a:custGeom>
              <a:avLst/>
              <a:gdLst>
                <a:gd name="connsiteX0" fmla="*/ 0 w 5495289"/>
                <a:gd name="connsiteY0" fmla="*/ 0 h 1329173"/>
                <a:gd name="connsiteX1" fmla="*/ 5495289 w 5495289"/>
                <a:gd name="connsiteY1" fmla="*/ 0 h 1329173"/>
                <a:gd name="connsiteX2" fmla="*/ 5495289 w 5495289"/>
                <a:gd name="connsiteY2" fmla="*/ 1329174 h 1329173"/>
                <a:gd name="connsiteX3" fmla="*/ 0 w 5495289"/>
                <a:gd name="connsiteY3" fmla="*/ 1329174 h 1329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495289" h="1329173">
                  <a:moveTo>
                    <a:pt x="0" y="0"/>
                  </a:moveTo>
                  <a:lnTo>
                    <a:pt x="5495289" y="0"/>
                  </a:lnTo>
                  <a:lnTo>
                    <a:pt x="5495289" y="1329174"/>
                  </a:lnTo>
                  <a:lnTo>
                    <a:pt x="0" y="1329174"/>
                  </a:lnTo>
                  <a:close/>
                </a:path>
              </a:pathLst>
            </a:custGeom>
            <a:solidFill>
              <a:srgbClr val="152C41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2" name="Freeform: Shape 41">
              <a:extLst>
                <a:ext uri="{FF2B5EF4-FFF2-40B4-BE49-F238E27FC236}">
                  <a16:creationId xmlns:a16="http://schemas.microsoft.com/office/drawing/2014/main" id="{DB6E6DD0-814E-EDF7-79A2-CF509AB8742C}"/>
                </a:ext>
              </a:extLst>
            </p:cNvPr>
            <p:cNvSpPr/>
            <p:nvPr/>
          </p:nvSpPr>
          <p:spPr>
            <a:xfrm>
              <a:off x="191316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3" name="Freeform: Shape 42">
              <a:extLst>
                <a:ext uri="{FF2B5EF4-FFF2-40B4-BE49-F238E27FC236}">
                  <a16:creationId xmlns:a16="http://schemas.microsoft.com/office/drawing/2014/main" id="{59E7EE5B-0DDF-FA42-B534-B595799F3ADF}"/>
                </a:ext>
              </a:extLst>
            </p:cNvPr>
            <p:cNvSpPr/>
            <p:nvPr/>
          </p:nvSpPr>
          <p:spPr>
            <a:xfrm>
              <a:off x="431353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4" name="Freeform: Shape 43">
              <a:extLst>
                <a:ext uri="{FF2B5EF4-FFF2-40B4-BE49-F238E27FC236}">
                  <a16:creationId xmlns:a16="http://schemas.microsoft.com/office/drawing/2014/main" id="{39E07E20-E767-2E29-8438-93036F8682F3}"/>
                </a:ext>
              </a:extLst>
            </p:cNvPr>
            <p:cNvSpPr/>
            <p:nvPr/>
          </p:nvSpPr>
          <p:spPr>
            <a:xfrm>
              <a:off x="671391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5" name="Freeform: Shape 44">
              <a:extLst>
                <a:ext uri="{FF2B5EF4-FFF2-40B4-BE49-F238E27FC236}">
                  <a16:creationId xmlns:a16="http://schemas.microsoft.com/office/drawing/2014/main" id="{F5E67F6A-353B-7020-31E9-72057ABAC2AF}"/>
                </a:ext>
              </a:extLst>
            </p:cNvPr>
            <p:cNvSpPr/>
            <p:nvPr/>
          </p:nvSpPr>
          <p:spPr>
            <a:xfrm>
              <a:off x="9114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6" name="Freeform: Shape 45">
              <a:extLst>
                <a:ext uri="{FF2B5EF4-FFF2-40B4-BE49-F238E27FC236}">
                  <a16:creationId xmlns:a16="http://schemas.microsoft.com/office/drawing/2014/main" id="{57B04529-14B6-9877-E9F6-4DA45486901A}"/>
                </a:ext>
              </a:extLst>
            </p:cNvPr>
            <p:cNvSpPr/>
            <p:nvPr/>
          </p:nvSpPr>
          <p:spPr>
            <a:xfrm>
              <a:off x="1151338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7" name="Freeform: Shape 46">
              <a:extLst>
                <a:ext uri="{FF2B5EF4-FFF2-40B4-BE49-F238E27FC236}">
                  <a16:creationId xmlns:a16="http://schemas.microsoft.com/office/drawing/2014/main" id="{460F9CDD-FDBE-3121-E594-313B506946D7}"/>
                </a:ext>
              </a:extLst>
            </p:cNvPr>
            <p:cNvSpPr/>
            <p:nvPr/>
          </p:nvSpPr>
          <p:spPr>
            <a:xfrm>
              <a:off x="1391375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8" name="Freeform: Shape 47">
              <a:extLst>
                <a:ext uri="{FF2B5EF4-FFF2-40B4-BE49-F238E27FC236}">
                  <a16:creationId xmlns:a16="http://schemas.microsoft.com/office/drawing/2014/main" id="{589CA4AD-7B98-EA74-D881-C6524D12B1E5}"/>
                </a:ext>
              </a:extLst>
            </p:cNvPr>
            <p:cNvSpPr/>
            <p:nvPr/>
          </p:nvSpPr>
          <p:spPr>
            <a:xfrm>
              <a:off x="191316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49" name="Freeform: Shape 48">
              <a:extLst>
                <a:ext uri="{FF2B5EF4-FFF2-40B4-BE49-F238E27FC236}">
                  <a16:creationId xmlns:a16="http://schemas.microsoft.com/office/drawing/2014/main" id="{EACA4565-956A-BFA8-215E-8F0A5AADDE34}"/>
                </a:ext>
              </a:extLst>
            </p:cNvPr>
            <p:cNvSpPr/>
            <p:nvPr/>
          </p:nvSpPr>
          <p:spPr>
            <a:xfrm>
              <a:off x="431353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0" name="Freeform: Shape 49">
              <a:extLst>
                <a:ext uri="{FF2B5EF4-FFF2-40B4-BE49-F238E27FC236}">
                  <a16:creationId xmlns:a16="http://schemas.microsoft.com/office/drawing/2014/main" id="{62310491-A779-7203-1941-01ED120AB3A2}"/>
                </a:ext>
              </a:extLst>
            </p:cNvPr>
            <p:cNvSpPr/>
            <p:nvPr/>
          </p:nvSpPr>
          <p:spPr>
            <a:xfrm>
              <a:off x="671391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1" name="Freeform: Shape 50">
              <a:extLst>
                <a:ext uri="{FF2B5EF4-FFF2-40B4-BE49-F238E27FC236}">
                  <a16:creationId xmlns:a16="http://schemas.microsoft.com/office/drawing/2014/main" id="{AD4829F7-1D1F-CA32-26A5-BA792C26C6AB}"/>
                </a:ext>
              </a:extLst>
            </p:cNvPr>
            <p:cNvSpPr/>
            <p:nvPr/>
          </p:nvSpPr>
          <p:spPr>
            <a:xfrm>
              <a:off x="9114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2" name="Freeform: Shape 51">
              <a:extLst>
                <a:ext uri="{FF2B5EF4-FFF2-40B4-BE49-F238E27FC236}">
                  <a16:creationId xmlns:a16="http://schemas.microsoft.com/office/drawing/2014/main" id="{DC7D8279-4982-5950-42A9-4D2A80224CBA}"/>
                </a:ext>
              </a:extLst>
            </p:cNvPr>
            <p:cNvSpPr/>
            <p:nvPr/>
          </p:nvSpPr>
          <p:spPr>
            <a:xfrm>
              <a:off x="1151338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3" name="Freeform: Shape 52">
              <a:extLst>
                <a:ext uri="{FF2B5EF4-FFF2-40B4-BE49-F238E27FC236}">
                  <a16:creationId xmlns:a16="http://schemas.microsoft.com/office/drawing/2014/main" id="{FD7EE964-70EE-8EF4-5580-DF285A54DEDA}"/>
                </a:ext>
              </a:extLst>
            </p:cNvPr>
            <p:cNvSpPr/>
            <p:nvPr/>
          </p:nvSpPr>
          <p:spPr>
            <a:xfrm>
              <a:off x="1391375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4" name="Freeform: Shape 53">
              <a:extLst>
                <a:ext uri="{FF2B5EF4-FFF2-40B4-BE49-F238E27FC236}">
                  <a16:creationId xmlns:a16="http://schemas.microsoft.com/office/drawing/2014/main" id="{37B32B9C-8737-D019-1C0E-32342F26DA01}"/>
                </a:ext>
              </a:extLst>
            </p:cNvPr>
            <p:cNvSpPr/>
            <p:nvPr/>
          </p:nvSpPr>
          <p:spPr>
            <a:xfrm>
              <a:off x="191316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5" name="Freeform: Shape 54">
              <a:extLst>
                <a:ext uri="{FF2B5EF4-FFF2-40B4-BE49-F238E27FC236}">
                  <a16:creationId xmlns:a16="http://schemas.microsoft.com/office/drawing/2014/main" id="{8FD0413B-D4B9-D902-0402-B578C889FD74}"/>
                </a:ext>
              </a:extLst>
            </p:cNvPr>
            <p:cNvSpPr/>
            <p:nvPr/>
          </p:nvSpPr>
          <p:spPr>
            <a:xfrm>
              <a:off x="431353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6" name="Freeform: Shape 55">
              <a:extLst>
                <a:ext uri="{FF2B5EF4-FFF2-40B4-BE49-F238E27FC236}">
                  <a16:creationId xmlns:a16="http://schemas.microsoft.com/office/drawing/2014/main" id="{13DEA5DF-5488-7CF6-AF8B-296D5D9D4641}"/>
                </a:ext>
              </a:extLst>
            </p:cNvPr>
            <p:cNvSpPr/>
            <p:nvPr/>
          </p:nvSpPr>
          <p:spPr>
            <a:xfrm>
              <a:off x="671391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7" name="Freeform: Shape 56">
              <a:extLst>
                <a:ext uri="{FF2B5EF4-FFF2-40B4-BE49-F238E27FC236}">
                  <a16:creationId xmlns:a16="http://schemas.microsoft.com/office/drawing/2014/main" id="{127A5458-F197-BE63-FB19-1FEB079E0816}"/>
                </a:ext>
              </a:extLst>
            </p:cNvPr>
            <p:cNvSpPr/>
            <p:nvPr/>
          </p:nvSpPr>
          <p:spPr>
            <a:xfrm>
              <a:off x="9114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8" name="Freeform: Shape 57">
              <a:extLst>
                <a:ext uri="{FF2B5EF4-FFF2-40B4-BE49-F238E27FC236}">
                  <a16:creationId xmlns:a16="http://schemas.microsoft.com/office/drawing/2014/main" id="{D6F44BB6-A0E6-4A07-6821-46038F00ED80}"/>
                </a:ext>
              </a:extLst>
            </p:cNvPr>
            <p:cNvSpPr/>
            <p:nvPr/>
          </p:nvSpPr>
          <p:spPr>
            <a:xfrm>
              <a:off x="1151338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59" name="Freeform: Shape 58">
              <a:extLst>
                <a:ext uri="{FF2B5EF4-FFF2-40B4-BE49-F238E27FC236}">
                  <a16:creationId xmlns:a16="http://schemas.microsoft.com/office/drawing/2014/main" id="{9A3936C2-33C2-8DFD-6A00-B1750E5FA14C}"/>
                </a:ext>
              </a:extLst>
            </p:cNvPr>
            <p:cNvSpPr/>
            <p:nvPr/>
          </p:nvSpPr>
          <p:spPr>
            <a:xfrm>
              <a:off x="1391375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1" name="Freeform: Shape 60">
              <a:extLst>
                <a:ext uri="{FF2B5EF4-FFF2-40B4-BE49-F238E27FC236}">
                  <a16:creationId xmlns:a16="http://schemas.microsoft.com/office/drawing/2014/main" id="{6868D47A-757A-4976-6FAE-BA95133A983D}"/>
                </a:ext>
              </a:extLst>
            </p:cNvPr>
            <p:cNvSpPr/>
            <p:nvPr/>
          </p:nvSpPr>
          <p:spPr>
            <a:xfrm>
              <a:off x="431353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2" name="Freeform: Shape 61">
              <a:extLst>
                <a:ext uri="{FF2B5EF4-FFF2-40B4-BE49-F238E27FC236}">
                  <a16:creationId xmlns:a16="http://schemas.microsoft.com/office/drawing/2014/main" id="{AFD578F1-FD62-C0F3-7149-2EC7D7EF6053}"/>
                </a:ext>
              </a:extLst>
            </p:cNvPr>
            <p:cNvSpPr/>
            <p:nvPr/>
          </p:nvSpPr>
          <p:spPr>
            <a:xfrm>
              <a:off x="671391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3" name="Freeform: Shape 62">
              <a:extLst>
                <a:ext uri="{FF2B5EF4-FFF2-40B4-BE49-F238E27FC236}">
                  <a16:creationId xmlns:a16="http://schemas.microsoft.com/office/drawing/2014/main" id="{1238BD56-0905-9C22-F56A-89CA04EBAD40}"/>
                </a:ext>
              </a:extLst>
            </p:cNvPr>
            <p:cNvSpPr/>
            <p:nvPr/>
          </p:nvSpPr>
          <p:spPr>
            <a:xfrm>
              <a:off x="9114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4" name="Freeform: Shape 63">
              <a:extLst>
                <a:ext uri="{FF2B5EF4-FFF2-40B4-BE49-F238E27FC236}">
                  <a16:creationId xmlns:a16="http://schemas.microsoft.com/office/drawing/2014/main" id="{4E75AF73-25B0-4B80-00EC-20A5E2FD992A}"/>
                </a:ext>
              </a:extLst>
            </p:cNvPr>
            <p:cNvSpPr/>
            <p:nvPr/>
          </p:nvSpPr>
          <p:spPr>
            <a:xfrm>
              <a:off x="1151338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5" name="Freeform: Shape 64">
              <a:extLst>
                <a:ext uri="{FF2B5EF4-FFF2-40B4-BE49-F238E27FC236}">
                  <a16:creationId xmlns:a16="http://schemas.microsoft.com/office/drawing/2014/main" id="{348671C7-E380-7114-4C5F-77DC0B5903AC}"/>
                </a:ext>
              </a:extLst>
            </p:cNvPr>
            <p:cNvSpPr/>
            <p:nvPr/>
          </p:nvSpPr>
          <p:spPr>
            <a:xfrm>
              <a:off x="1391375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6" name="Freeform: Shape 65">
              <a:extLst>
                <a:ext uri="{FF2B5EF4-FFF2-40B4-BE49-F238E27FC236}">
                  <a16:creationId xmlns:a16="http://schemas.microsoft.com/office/drawing/2014/main" id="{3ED655DB-0C3F-A732-1DBC-C23D01F14EEF}"/>
                </a:ext>
              </a:extLst>
            </p:cNvPr>
            <p:cNvSpPr/>
            <p:nvPr/>
          </p:nvSpPr>
          <p:spPr>
            <a:xfrm>
              <a:off x="19004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7" name="Freeform: Shape 66">
              <a:extLst>
                <a:ext uri="{FF2B5EF4-FFF2-40B4-BE49-F238E27FC236}">
                  <a16:creationId xmlns:a16="http://schemas.microsoft.com/office/drawing/2014/main" id="{2A5D3891-762D-8890-575B-F2D603C50A2F}"/>
                </a:ext>
              </a:extLst>
            </p:cNvPr>
            <p:cNvSpPr/>
            <p:nvPr/>
          </p:nvSpPr>
          <p:spPr>
            <a:xfrm>
              <a:off x="42995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8" name="Freeform: Shape 67">
              <a:extLst>
                <a:ext uri="{FF2B5EF4-FFF2-40B4-BE49-F238E27FC236}">
                  <a16:creationId xmlns:a16="http://schemas.microsoft.com/office/drawing/2014/main" id="{3A09AA46-BBB8-2475-C18D-7EF99570943F}"/>
                </a:ext>
              </a:extLst>
            </p:cNvPr>
            <p:cNvSpPr/>
            <p:nvPr/>
          </p:nvSpPr>
          <p:spPr>
            <a:xfrm>
              <a:off x="669991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69" name="Freeform: Shape 68">
              <a:extLst>
                <a:ext uri="{FF2B5EF4-FFF2-40B4-BE49-F238E27FC236}">
                  <a16:creationId xmlns:a16="http://schemas.microsoft.com/office/drawing/2014/main" id="{01C1C954-F256-144A-C7C0-7941A6385700}"/>
                </a:ext>
              </a:extLst>
            </p:cNvPr>
            <p:cNvSpPr/>
            <p:nvPr/>
          </p:nvSpPr>
          <p:spPr>
            <a:xfrm>
              <a:off x="91002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0" name="Freeform: Shape 69">
              <a:extLst>
                <a:ext uri="{FF2B5EF4-FFF2-40B4-BE49-F238E27FC236}">
                  <a16:creationId xmlns:a16="http://schemas.microsoft.com/office/drawing/2014/main" id="{FF5E6685-B8AD-98B5-7B7C-D3EF245951F1}"/>
                </a:ext>
              </a:extLst>
            </p:cNvPr>
            <p:cNvSpPr/>
            <p:nvPr/>
          </p:nvSpPr>
          <p:spPr>
            <a:xfrm>
              <a:off x="1150066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1" name="Freeform: Shape 70">
              <a:extLst>
                <a:ext uri="{FF2B5EF4-FFF2-40B4-BE49-F238E27FC236}">
                  <a16:creationId xmlns:a16="http://schemas.microsoft.com/office/drawing/2014/main" id="{9138C584-1AAD-44EE-C378-33558DF86877}"/>
                </a:ext>
              </a:extLst>
            </p:cNvPr>
            <p:cNvSpPr/>
            <p:nvPr/>
          </p:nvSpPr>
          <p:spPr>
            <a:xfrm>
              <a:off x="1389976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2" name="Freeform: Shape 71">
              <a:extLst>
                <a:ext uri="{FF2B5EF4-FFF2-40B4-BE49-F238E27FC236}">
                  <a16:creationId xmlns:a16="http://schemas.microsoft.com/office/drawing/2014/main" id="{4CC0AF82-1B96-C3E4-543E-2E00B1A1D72A}"/>
                </a:ext>
              </a:extLst>
            </p:cNvPr>
            <p:cNvSpPr/>
            <p:nvPr/>
          </p:nvSpPr>
          <p:spPr>
            <a:xfrm>
              <a:off x="139277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3" name="Freeform: Shape 72">
              <a:extLst>
                <a:ext uri="{FF2B5EF4-FFF2-40B4-BE49-F238E27FC236}">
                  <a16:creationId xmlns:a16="http://schemas.microsoft.com/office/drawing/2014/main" id="{55013B29-2A2F-0055-8F84-CC270EC6E877}"/>
                </a:ext>
              </a:extLst>
            </p:cNvPr>
            <p:cNvSpPr/>
            <p:nvPr/>
          </p:nvSpPr>
          <p:spPr>
            <a:xfrm>
              <a:off x="163268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4" name="Freeform: Shape 73">
              <a:extLst>
                <a:ext uri="{FF2B5EF4-FFF2-40B4-BE49-F238E27FC236}">
                  <a16:creationId xmlns:a16="http://schemas.microsoft.com/office/drawing/2014/main" id="{546F824D-FE8B-3355-472F-C7B83FA0D30B}"/>
                </a:ext>
              </a:extLst>
            </p:cNvPr>
            <p:cNvSpPr/>
            <p:nvPr/>
          </p:nvSpPr>
          <p:spPr>
            <a:xfrm>
              <a:off x="1872722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5" name="Freeform: Shape 74">
              <a:extLst>
                <a:ext uri="{FF2B5EF4-FFF2-40B4-BE49-F238E27FC236}">
                  <a16:creationId xmlns:a16="http://schemas.microsoft.com/office/drawing/2014/main" id="{82B0A187-966E-44F5-12B8-F564D8CE9B3B}"/>
                </a:ext>
              </a:extLst>
            </p:cNvPr>
            <p:cNvSpPr/>
            <p:nvPr/>
          </p:nvSpPr>
          <p:spPr>
            <a:xfrm>
              <a:off x="211275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6" name="Freeform: Shape 75">
              <a:extLst>
                <a:ext uri="{FF2B5EF4-FFF2-40B4-BE49-F238E27FC236}">
                  <a16:creationId xmlns:a16="http://schemas.microsoft.com/office/drawing/2014/main" id="{102F05AC-3E62-2068-B954-98B44442B0E7}"/>
                </a:ext>
              </a:extLst>
            </p:cNvPr>
            <p:cNvSpPr/>
            <p:nvPr/>
          </p:nvSpPr>
          <p:spPr>
            <a:xfrm>
              <a:off x="2352669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7" name="Freeform: Shape 76">
              <a:extLst>
                <a:ext uri="{FF2B5EF4-FFF2-40B4-BE49-F238E27FC236}">
                  <a16:creationId xmlns:a16="http://schemas.microsoft.com/office/drawing/2014/main" id="{745738EC-E936-14E7-4688-A952621C535D}"/>
                </a:ext>
              </a:extLst>
            </p:cNvPr>
            <p:cNvSpPr/>
            <p:nvPr/>
          </p:nvSpPr>
          <p:spPr>
            <a:xfrm>
              <a:off x="2592706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8" name="Freeform: Shape 77">
              <a:extLst>
                <a:ext uri="{FF2B5EF4-FFF2-40B4-BE49-F238E27FC236}">
                  <a16:creationId xmlns:a16="http://schemas.microsoft.com/office/drawing/2014/main" id="{CB64FAE9-58D6-74A0-6249-B4E0FE4F582F}"/>
                </a:ext>
              </a:extLst>
            </p:cNvPr>
            <p:cNvSpPr/>
            <p:nvPr/>
          </p:nvSpPr>
          <p:spPr>
            <a:xfrm>
              <a:off x="139277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79" name="Freeform: Shape 78">
              <a:extLst>
                <a:ext uri="{FF2B5EF4-FFF2-40B4-BE49-F238E27FC236}">
                  <a16:creationId xmlns:a16="http://schemas.microsoft.com/office/drawing/2014/main" id="{333EC820-135E-7B49-5F27-FB74053778C1}"/>
                </a:ext>
              </a:extLst>
            </p:cNvPr>
            <p:cNvSpPr/>
            <p:nvPr/>
          </p:nvSpPr>
          <p:spPr>
            <a:xfrm>
              <a:off x="163268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0" name="Freeform: Shape 79">
              <a:extLst>
                <a:ext uri="{FF2B5EF4-FFF2-40B4-BE49-F238E27FC236}">
                  <a16:creationId xmlns:a16="http://schemas.microsoft.com/office/drawing/2014/main" id="{FA5B788C-64EA-C173-8ACF-C687B11A5612}"/>
                </a:ext>
              </a:extLst>
            </p:cNvPr>
            <p:cNvSpPr/>
            <p:nvPr/>
          </p:nvSpPr>
          <p:spPr>
            <a:xfrm>
              <a:off x="1872722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1" name="Freeform: Shape 80">
              <a:extLst>
                <a:ext uri="{FF2B5EF4-FFF2-40B4-BE49-F238E27FC236}">
                  <a16:creationId xmlns:a16="http://schemas.microsoft.com/office/drawing/2014/main" id="{E89C2842-2CF8-A845-7A95-D4C5030B9A86}"/>
                </a:ext>
              </a:extLst>
            </p:cNvPr>
            <p:cNvSpPr/>
            <p:nvPr/>
          </p:nvSpPr>
          <p:spPr>
            <a:xfrm>
              <a:off x="211275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2" name="Freeform: Shape 81">
              <a:extLst>
                <a:ext uri="{FF2B5EF4-FFF2-40B4-BE49-F238E27FC236}">
                  <a16:creationId xmlns:a16="http://schemas.microsoft.com/office/drawing/2014/main" id="{9B6083FD-0412-BA64-3D90-EF8127971D12}"/>
                </a:ext>
              </a:extLst>
            </p:cNvPr>
            <p:cNvSpPr/>
            <p:nvPr/>
          </p:nvSpPr>
          <p:spPr>
            <a:xfrm>
              <a:off x="2352669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3" name="Freeform: Shape 82">
              <a:extLst>
                <a:ext uri="{FF2B5EF4-FFF2-40B4-BE49-F238E27FC236}">
                  <a16:creationId xmlns:a16="http://schemas.microsoft.com/office/drawing/2014/main" id="{36283C82-0197-BF5E-C924-8D01ECD38692}"/>
                </a:ext>
              </a:extLst>
            </p:cNvPr>
            <p:cNvSpPr/>
            <p:nvPr/>
          </p:nvSpPr>
          <p:spPr>
            <a:xfrm>
              <a:off x="2592706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4" name="Freeform: Shape 83">
              <a:extLst>
                <a:ext uri="{FF2B5EF4-FFF2-40B4-BE49-F238E27FC236}">
                  <a16:creationId xmlns:a16="http://schemas.microsoft.com/office/drawing/2014/main" id="{EF8666B1-CE12-EE87-A833-D59B4BE10DAD}"/>
                </a:ext>
              </a:extLst>
            </p:cNvPr>
            <p:cNvSpPr/>
            <p:nvPr/>
          </p:nvSpPr>
          <p:spPr>
            <a:xfrm>
              <a:off x="139277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5" name="Freeform: Shape 84">
              <a:extLst>
                <a:ext uri="{FF2B5EF4-FFF2-40B4-BE49-F238E27FC236}">
                  <a16:creationId xmlns:a16="http://schemas.microsoft.com/office/drawing/2014/main" id="{CE1E5ECB-4981-B43A-1C14-3565BF0985F5}"/>
                </a:ext>
              </a:extLst>
            </p:cNvPr>
            <p:cNvSpPr/>
            <p:nvPr/>
          </p:nvSpPr>
          <p:spPr>
            <a:xfrm>
              <a:off x="163268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6" name="Freeform: Shape 85">
              <a:extLst>
                <a:ext uri="{FF2B5EF4-FFF2-40B4-BE49-F238E27FC236}">
                  <a16:creationId xmlns:a16="http://schemas.microsoft.com/office/drawing/2014/main" id="{F38689E7-0DC4-3A6E-A525-FF6BEFC50F34}"/>
                </a:ext>
              </a:extLst>
            </p:cNvPr>
            <p:cNvSpPr/>
            <p:nvPr/>
          </p:nvSpPr>
          <p:spPr>
            <a:xfrm>
              <a:off x="1872722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7" name="Freeform: Shape 86">
              <a:extLst>
                <a:ext uri="{FF2B5EF4-FFF2-40B4-BE49-F238E27FC236}">
                  <a16:creationId xmlns:a16="http://schemas.microsoft.com/office/drawing/2014/main" id="{3C24FC8F-CD48-34F4-1617-5B40239038FE}"/>
                </a:ext>
              </a:extLst>
            </p:cNvPr>
            <p:cNvSpPr/>
            <p:nvPr/>
          </p:nvSpPr>
          <p:spPr>
            <a:xfrm>
              <a:off x="211275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8" name="Freeform: Shape 87">
              <a:extLst>
                <a:ext uri="{FF2B5EF4-FFF2-40B4-BE49-F238E27FC236}">
                  <a16:creationId xmlns:a16="http://schemas.microsoft.com/office/drawing/2014/main" id="{BB552D9B-CB04-D083-759B-1946763C583F}"/>
                </a:ext>
              </a:extLst>
            </p:cNvPr>
            <p:cNvSpPr/>
            <p:nvPr/>
          </p:nvSpPr>
          <p:spPr>
            <a:xfrm>
              <a:off x="2352669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89" name="Freeform: Shape 88">
              <a:extLst>
                <a:ext uri="{FF2B5EF4-FFF2-40B4-BE49-F238E27FC236}">
                  <a16:creationId xmlns:a16="http://schemas.microsoft.com/office/drawing/2014/main" id="{FA97C9EA-B690-BAA8-20EB-CAA8B20873C2}"/>
                </a:ext>
              </a:extLst>
            </p:cNvPr>
            <p:cNvSpPr/>
            <p:nvPr/>
          </p:nvSpPr>
          <p:spPr>
            <a:xfrm>
              <a:off x="2592706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0" name="Freeform: Shape 89">
              <a:extLst>
                <a:ext uri="{FF2B5EF4-FFF2-40B4-BE49-F238E27FC236}">
                  <a16:creationId xmlns:a16="http://schemas.microsoft.com/office/drawing/2014/main" id="{D7152835-6AE9-ED98-8440-12C53A79EEBE}"/>
                </a:ext>
              </a:extLst>
            </p:cNvPr>
            <p:cNvSpPr/>
            <p:nvPr/>
          </p:nvSpPr>
          <p:spPr>
            <a:xfrm>
              <a:off x="139277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1" name="Freeform: Shape 90">
              <a:extLst>
                <a:ext uri="{FF2B5EF4-FFF2-40B4-BE49-F238E27FC236}">
                  <a16:creationId xmlns:a16="http://schemas.microsoft.com/office/drawing/2014/main" id="{E89DDF44-E36F-5651-671B-64A36BEBD976}"/>
                </a:ext>
              </a:extLst>
            </p:cNvPr>
            <p:cNvSpPr/>
            <p:nvPr/>
          </p:nvSpPr>
          <p:spPr>
            <a:xfrm>
              <a:off x="163268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2" name="Freeform: Shape 91">
              <a:extLst>
                <a:ext uri="{FF2B5EF4-FFF2-40B4-BE49-F238E27FC236}">
                  <a16:creationId xmlns:a16="http://schemas.microsoft.com/office/drawing/2014/main" id="{4C8096F1-A51C-9573-2521-B30820AEEC68}"/>
                </a:ext>
              </a:extLst>
            </p:cNvPr>
            <p:cNvSpPr/>
            <p:nvPr/>
          </p:nvSpPr>
          <p:spPr>
            <a:xfrm>
              <a:off x="1872722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3" name="Freeform: Shape 92">
              <a:extLst>
                <a:ext uri="{FF2B5EF4-FFF2-40B4-BE49-F238E27FC236}">
                  <a16:creationId xmlns:a16="http://schemas.microsoft.com/office/drawing/2014/main" id="{DB9538A3-F252-6E39-FAC8-5BC241FDA6F3}"/>
                </a:ext>
              </a:extLst>
            </p:cNvPr>
            <p:cNvSpPr/>
            <p:nvPr/>
          </p:nvSpPr>
          <p:spPr>
            <a:xfrm>
              <a:off x="211275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4" name="Freeform: Shape 93">
              <a:extLst>
                <a:ext uri="{FF2B5EF4-FFF2-40B4-BE49-F238E27FC236}">
                  <a16:creationId xmlns:a16="http://schemas.microsoft.com/office/drawing/2014/main" id="{0861692D-7D4E-C041-50DB-A281B078F2E3}"/>
                </a:ext>
              </a:extLst>
            </p:cNvPr>
            <p:cNvSpPr/>
            <p:nvPr/>
          </p:nvSpPr>
          <p:spPr>
            <a:xfrm>
              <a:off x="2352669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5" name="Freeform: Shape 94">
              <a:extLst>
                <a:ext uri="{FF2B5EF4-FFF2-40B4-BE49-F238E27FC236}">
                  <a16:creationId xmlns:a16="http://schemas.microsoft.com/office/drawing/2014/main" id="{62795F03-6802-44FC-95B8-BF08ECB582A8}"/>
                </a:ext>
              </a:extLst>
            </p:cNvPr>
            <p:cNvSpPr/>
            <p:nvPr/>
          </p:nvSpPr>
          <p:spPr>
            <a:xfrm>
              <a:off x="2592706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6" name="Freeform: Shape 95">
              <a:extLst>
                <a:ext uri="{FF2B5EF4-FFF2-40B4-BE49-F238E27FC236}">
                  <a16:creationId xmlns:a16="http://schemas.microsoft.com/office/drawing/2014/main" id="{CE108CBF-2206-6C19-DB39-E7DEA29A0718}"/>
                </a:ext>
              </a:extLst>
            </p:cNvPr>
            <p:cNvSpPr/>
            <p:nvPr/>
          </p:nvSpPr>
          <p:spPr>
            <a:xfrm>
              <a:off x="1391375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7" name="Freeform: Shape 96">
              <a:extLst>
                <a:ext uri="{FF2B5EF4-FFF2-40B4-BE49-F238E27FC236}">
                  <a16:creationId xmlns:a16="http://schemas.microsoft.com/office/drawing/2014/main" id="{64A0664F-9927-56A8-B0EA-5F5BAD752350}"/>
                </a:ext>
              </a:extLst>
            </p:cNvPr>
            <p:cNvSpPr/>
            <p:nvPr/>
          </p:nvSpPr>
          <p:spPr>
            <a:xfrm>
              <a:off x="1631412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8" name="Freeform: Shape 97">
              <a:extLst>
                <a:ext uri="{FF2B5EF4-FFF2-40B4-BE49-F238E27FC236}">
                  <a16:creationId xmlns:a16="http://schemas.microsoft.com/office/drawing/2014/main" id="{864C76EC-ADF5-B99A-1EA4-3DB2DA18DBAF}"/>
                </a:ext>
              </a:extLst>
            </p:cNvPr>
            <p:cNvSpPr/>
            <p:nvPr/>
          </p:nvSpPr>
          <p:spPr>
            <a:xfrm>
              <a:off x="1871323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99" name="Freeform: Shape 98">
              <a:extLst>
                <a:ext uri="{FF2B5EF4-FFF2-40B4-BE49-F238E27FC236}">
                  <a16:creationId xmlns:a16="http://schemas.microsoft.com/office/drawing/2014/main" id="{3A90797F-EA9E-7F37-48A9-3F06FCB9B682}"/>
                </a:ext>
              </a:extLst>
            </p:cNvPr>
            <p:cNvSpPr/>
            <p:nvPr/>
          </p:nvSpPr>
          <p:spPr>
            <a:xfrm>
              <a:off x="2111360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0" name="Freeform: Shape 99">
              <a:extLst>
                <a:ext uri="{FF2B5EF4-FFF2-40B4-BE49-F238E27FC236}">
                  <a16:creationId xmlns:a16="http://schemas.microsoft.com/office/drawing/2014/main" id="{6E63434F-35B9-6ADD-C2EF-B0433123893B}"/>
                </a:ext>
              </a:extLst>
            </p:cNvPr>
            <p:cNvSpPr/>
            <p:nvPr/>
          </p:nvSpPr>
          <p:spPr>
            <a:xfrm>
              <a:off x="2351397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1" name="Freeform: Shape 100">
              <a:extLst>
                <a:ext uri="{FF2B5EF4-FFF2-40B4-BE49-F238E27FC236}">
                  <a16:creationId xmlns:a16="http://schemas.microsoft.com/office/drawing/2014/main" id="{CE7B8ED4-17BA-9011-E360-8AF0056C7F39}"/>
                </a:ext>
              </a:extLst>
            </p:cNvPr>
            <p:cNvSpPr/>
            <p:nvPr/>
          </p:nvSpPr>
          <p:spPr>
            <a:xfrm>
              <a:off x="2591307" y="5711794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2" name="Freeform: Shape 101">
              <a:extLst>
                <a:ext uri="{FF2B5EF4-FFF2-40B4-BE49-F238E27FC236}">
                  <a16:creationId xmlns:a16="http://schemas.microsoft.com/office/drawing/2014/main" id="{53F3AFFD-5D91-2452-C4E0-C03D5484358F}"/>
                </a:ext>
              </a:extLst>
            </p:cNvPr>
            <p:cNvSpPr/>
            <p:nvPr/>
          </p:nvSpPr>
          <p:spPr>
            <a:xfrm>
              <a:off x="2832744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3" name="Freeform: Shape 102">
              <a:extLst>
                <a:ext uri="{FF2B5EF4-FFF2-40B4-BE49-F238E27FC236}">
                  <a16:creationId xmlns:a16="http://schemas.microsoft.com/office/drawing/2014/main" id="{B5F4C5B1-E51D-ADBD-EE59-63D5DB3760A9}"/>
                </a:ext>
              </a:extLst>
            </p:cNvPr>
            <p:cNvSpPr/>
            <p:nvPr/>
          </p:nvSpPr>
          <p:spPr>
            <a:xfrm>
              <a:off x="3072781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4" name="Freeform: Shape 103">
              <a:extLst>
                <a:ext uri="{FF2B5EF4-FFF2-40B4-BE49-F238E27FC236}">
                  <a16:creationId xmlns:a16="http://schemas.microsoft.com/office/drawing/2014/main" id="{DA3196EE-4240-6ECE-B958-535E1B1795FF}"/>
                </a:ext>
              </a:extLst>
            </p:cNvPr>
            <p:cNvSpPr/>
            <p:nvPr/>
          </p:nvSpPr>
          <p:spPr>
            <a:xfrm>
              <a:off x="3312691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39 w 62839"/>
                <a:gd name="connsiteY8" fmla="*/ 62712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5" name="Freeform: Shape 104">
              <a:extLst>
                <a:ext uri="{FF2B5EF4-FFF2-40B4-BE49-F238E27FC236}">
                  <a16:creationId xmlns:a16="http://schemas.microsoft.com/office/drawing/2014/main" id="{C03CA418-BC65-6B0A-8568-01F7112FE278}"/>
                </a:ext>
              </a:extLst>
            </p:cNvPr>
            <p:cNvSpPr/>
            <p:nvPr/>
          </p:nvSpPr>
          <p:spPr>
            <a:xfrm>
              <a:off x="3552728" y="5946235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6" name="Freeform: Shape 105">
              <a:extLst>
                <a:ext uri="{FF2B5EF4-FFF2-40B4-BE49-F238E27FC236}">
                  <a16:creationId xmlns:a16="http://schemas.microsoft.com/office/drawing/2014/main" id="{95FDA5DE-3617-2B1C-0805-B93408E3BE12}"/>
                </a:ext>
              </a:extLst>
            </p:cNvPr>
            <p:cNvSpPr/>
            <p:nvPr/>
          </p:nvSpPr>
          <p:spPr>
            <a:xfrm>
              <a:off x="3792766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7" name="Freeform: Shape 106">
              <a:extLst>
                <a:ext uri="{FF2B5EF4-FFF2-40B4-BE49-F238E27FC236}">
                  <a16:creationId xmlns:a16="http://schemas.microsoft.com/office/drawing/2014/main" id="{097ABC53-A7D0-86E0-FBC2-805DB3BA793F}"/>
                </a:ext>
              </a:extLst>
            </p:cNvPr>
            <p:cNvSpPr/>
            <p:nvPr/>
          </p:nvSpPr>
          <p:spPr>
            <a:xfrm>
              <a:off x="4032675" y="5946235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8" name="Freeform: Shape 107">
              <a:extLst>
                <a:ext uri="{FF2B5EF4-FFF2-40B4-BE49-F238E27FC236}">
                  <a16:creationId xmlns:a16="http://schemas.microsoft.com/office/drawing/2014/main" id="{D7204991-C99C-3955-D7AE-3AB3A6CF99E6}"/>
                </a:ext>
              </a:extLst>
            </p:cNvPr>
            <p:cNvSpPr/>
            <p:nvPr/>
          </p:nvSpPr>
          <p:spPr>
            <a:xfrm>
              <a:off x="2832744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09" name="Freeform: Shape 108">
              <a:extLst>
                <a:ext uri="{FF2B5EF4-FFF2-40B4-BE49-F238E27FC236}">
                  <a16:creationId xmlns:a16="http://schemas.microsoft.com/office/drawing/2014/main" id="{3FAB1303-D528-1129-5FB7-0F54A8FDE614}"/>
                </a:ext>
              </a:extLst>
            </p:cNvPr>
            <p:cNvSpPr/>
            <p:nvPr/>
          </p:nvSpPr>
          <p:spPr>
            <a:xfrm>
              <a:off x="3072781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0" name="Freeform: Shape 109">
              <a:extLst>
                <a:ext uri="{FF2B5EF4-FFF2-40B4-BE49-F238E27FC236}">
                  <a16:creationId xmlns:a16="http://schemas.microsoft.com/office/drawing/2014/main" id="{F1F986DC-5C79-89FC-6E2F-DE3B101316C3}"/>
                </a:ext>
              </a:extLst>
            </p:cNvPr>
            <p:cNvSpPr/>
            <p:nvPr/>
          </p:nvSpPr>
          <p:spPr>
            <a:xfrm>
              <a:off x="3312691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3 h 62839"/>
                <a:gd name="connsiteX9" fmla="*/ 62839 w 62839"/>
                <a:gd name="connsiteY9" fmla="*/ 5089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3"/>
                  </a:lnTo>
                  <a:lnTo>
                    <a:pt x="62839" y="5089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1" name="Freeform: Shape 110">
              <a:extLst>
                <a:ext uri="{FF2B5EF4-FFF2-40B4-BE49-F238E27FC236}">
                  <a16:creationId xmlns:a16="http://schemas.microsoft.com/office/drawing/2014/main" id="{D496896D-5DF2-DE6A-D428-A4E4F012C9EB}"/>
                </a:ext>
              </a:extLst>
            </p:cNvPr>
            <p:cNvSpPr/>
            <p:nvPr/>
          </p:nvSpPr>
          <p:spPr>
            <a:xfrm>
              <a:off x="3552728" y="6182074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2" name="Freeform: Shape 111">
              <a:extLst>
                <a:ext uri="{FF2B5EF4-FFF2-40B4-BE49-F238E27FC236}">
                  <a16:creationId xmlns:a16="http://schemas.microsoft.com/office/drawing/2014/main" id="{7BBB21A4-CDC1-1EE0-0CA3-182E90747FE2}"/>
                </a:ext>
              </a:extLst>
            </p:cNvPr>
            <p:cNvSpPr/>
            <p:nvPr/>
          </p:nvSpPr>
          <p:spPr>
            <a:xfrm>
              <a:off x="3792766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3" name="Freeform: Shape 112">
              <a:extLst>
                <a:ext uri="{FF2B5EF4-FFF2-40B4-BE49-F238E27FC236}">
                  <a16:creationId xmlns:a16="http://schemas.microsoft.com/office/drawing/2014/main" id="{54BED72D-8442-5C91-CEFE-95D32A7D7EA9}"/>
                </a:ext>
              </a:extLst>
            </p:cNvPr>
            <p:cNvSpPr/>
            <p:nvPr/>
          </p:nvSpPr>
          <p:spPr>
            <a:xfrm>
              <a:off x="4032675" y="6182074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4" name="Freeform: Shape 113">
              <a:extLst>
                <a:ext uri="{FF2B5EF4-FFF2-40B4-BE49-F238E27FC236}">
                  <a16:creationId xmlns:a16="http://schemas.microsoft.com/office/drawing/2014/main" id="{21C5316E-5E51-5DDE-5D2C-3FE0A261FBE3}"/>
                </a:ext>
              </a:extLst>
            </p:cNvPr>
            <p:cNvSpPr/>
            <p:nvPr/>
          </p:nvSpPr>
          <p:spPr>
            <a:xfrm>
              <a:off x="2832744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5" name="Freeform: Shape 114">
              <a:extLst>
                <a:ext uri="{FF2B5EF4-FFF2-40B4-BE49-F238E27FC236}">
                  <a16:creationId xmlns:a16="http://schemas.microsoft.com/office/drawing/2014/main" id="{D0526843-D893-60D9-A1F5-5636E8693607}"/>
                </a:ext>
              </a:extLst>
            </p:cNvPr>
            <p:cNvSpPr/>
            <p:nvPr/>
          </p:nvSpPr>
          <p:spPr>
            <a:xfrm>
              <a:off x="3072781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6" name="Freeform: Shape 115">
              <a:extLst>
                <a:ext uri="{FF2B5EF4-FFF2-40B4-BE49-F238E27FC236}">
                  <a16:creationId xmlns:a16="http://schemas.microsoft.com/office/drawing/2014/main" id="{FF9FBF0C-4C9A-26E0-5A4B-51985687D71B}"/>
                </a:ext>
              </a:extLst>
            </p:cNvPr>
            <p:cNvSpPr/>
            <p:nvPr/>
          </p:nvSpPr>
          <p:spPr>
            <a:xfrm>
              <a:off x="3312691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39 w 62839"/>
                <a:gd name="connsiteY8" fmla="*/ 62712 h 62839"/>
                <a:gd name="connsiteX9" fmla="*/ 62839 w 62839"/>
                <a:gd name="connsiteY9" fmla="*/ 5088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39" y="62712"/>
                  </a:lnTo>
                  <a:lnTo>
                    <a:pt x="62839" y="5088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7" name="Freeform: Shape 116">
              <a:extLst>
                <a:ext uri="{FF2B5EF4-FFF2-40B4-BE49-F238E27FC236}">
                  <a16:creationId xmlns:a16="http://schemas.microsoft.com/office/drawing/2014/main" id="{BCB94C1A-3DF2-A5E1-231D-D80AD4C498F9}"/>
                </a:ext>
              </a:extLst>
            </p:cNvPr>
            <p:cNvSpPr/>
            <p:nvPr/>
          </p:nvSpPr>
          <p:spPr>
            <a:xfrm>
              <a:off x="3552728" y="6418041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650 h 62839"/>
                <a:gd name="connsiteX7" fmla="*/ 57751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650"/>
                  </a:lnTo>
                  <a:lnTo>
                    <a:pt x="57751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8" name="Freeform: Shape 117">
              <a:extLst>
                <a:ext uri="{FF2B5EF4-FFF2-40B4-BE49-F238E27FC236}">
                  <a16:creationId xmlns:a16="http://schemas.microsoft.com/office/drawing/2014/main" id="{1EF0F011-0D9A-D65D-7A58-D1DEDAE830BE}"/>
                </a:ext>
              </a:extLst>
            </p:cNvPr>
            <p:cNvSpPr/>
            <p:nvPr/>
          </p:nvSpPr>
          <p:spPr>
            <a:xfrm>
              <a:off x="3792766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19" name="Freeform: Shape 118">
              <a:extLst>
                <a:ext uri="{FF2B5EF4-FFF2-40B4-BE49-F238E27FC236}">
                  <a16:creationId xmlns:a16="http://schemas.microsoft.com/office/drawing/2014/main" id="{56250D62-9132-3D5B-4AD2-75F2CA6C90E8}"/>
                </a:ext>
              </a:extLst>
            </p:cNvPr>
            <p:cNvSpPr/>
            <p:nvPr/>
          </p:nvSpPr>
          <p:spPr>
            <a:xfrm>
              <a:off x="4032675" y="6418041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650 h 62839"/>
                <a:gd name="connsiteX7" fmla="*/ 57879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650"/>
                  </a:lnTo>
                  <a:lnTo>
                    <a:pt x="57879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0" name="Freeform: Shape 119">
              <a:extLst>
                <a:ext uri="{FF2B5EF4-FFF2-40B4-BE49-F238E27FC236}">
                  <a16:creationId xmlns:a16="http://schemas.microsoft.com/office/drawing/2014/main" id="{A4651914-6BAE-9CD8-B7C2-275425DC8FA0}"/>
                </a:ext>
              </a:extLst>
            </p:cNvPr>
            <p:cNvSpPr/>
            <p:nvPr/>
          </p:nvSpPr>
          <p:spPr>
            <a:xfrm>
              <a:off x="2832744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1" name="Freeform: Shape 120">
              <a:extLst>
                <a:ext uri="{FF2B5EF4-FFF2-40B4-BE49-F238E27FC236}">
                  <a16:creationId xmlns:a16="http://schemas.microsoft.com/office/drawing/2014/main" id="{3CB8F57D-0CB8-E70D-FD99-4D53B221D051}"/>
                </a:ext>
              </a:extLst>
            </p:cNvPr>
            <p:cNvSpPr/>
            <p:nvPr/>
          </p:nvSpPr>
          <p:spPr>
            <a:xfrm>
              <a:off x="3072781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2" name="Freeform: Shape 121">
              <a:extLst>
                <a:ext uri="{FF2B5EF4-FFF2-40B4-BE49-F238E27FC236}">
                  <a16:creationId xmlns:a16="http://schemas.microsoft.com/office/drawing/2014/main" id="{33B2D3AD-C36B-1CEE-82F5-6039938EB2F9}"/>
                </a:ext>
              </a:extLst>
            </p:cNvPr>
            <p:cNvSpPr/>
            <p:nvPr/>
          </p:nvSpPr>
          <p:spPr>
            <a:xfrm>
              <a:off x="3312691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39 w 62839"/>
                <a:gd name="connsiteY8" fmla="*/ 62712 h 62839"/>
                <a:gd name="connsiteX9" fmla="*/ 62839 w 62839"/>
                <a:gd name="connsiteY9" fmla="*/ 4960 h 62839"/>
                <a:gd name="connsiteX10" fmla="*/ 62839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39" y="62712"/>
                  </a:lnTo>
                  <a:lnTo>
                    <a:pt x="62839" y="4960"/>
                  </a:lnTo>
                  <a:lnTo>
                    <a:pt x="62839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3" name="Freeform: Shape 122">
              <a:extLst>
                <a:ext uri="{FF2B5EF4-FFF2-40B4-BE49-F238E27FC236}">
                  <a16:creationId xmlns:a16="http://schemas.microsoft.com/office/drawing/2014/main" id="{D6F64876-4241-9652-10B1-794C7AA90D99}"/>
                </a:ext>
              </a:extLst>
            </p:cNvPr>
            <p:cNvSpPr/>
            <p:nvPr/>
          </p:nvSpPr>
          <p:spPr>
            <a:xfrm>
              <a:off x="3552728" y="6654008"/>
              <a:ext cx="62839" cy="62839"/>
            </a:xfrm>
            <a:custGeom>
              <a:avLst/>
              <a:gdLst>
                <a:gd name="connsiteX0" fmla="*/ 57751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1 w 62839"/>
                <a:gd name="connsiteY6" fmla="*/ 8523 h 62839"/>
                <a:gd name="connsiteX7" fmla="*/ 57751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1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1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1" y="8523"/>
                  </a:lnTo>
                  <a:lnTo>
                    <a:pt x="57751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4" name="Freeform: Shape 123">
              <a:extLst>
                <a:ext uri="{FF2B5EF4-FFF2-40B4-BE49-F238E27FC236}">
                  <a16:creationId xmlns:a16="http://schemas.microsoft.com/office/drawing/2014/main" id="{0145BD8D-1492-2AB1-1011-0411B37EA9CA}"/>
                </a:ext>
              </a:extLst>
            </p:cNvPr>
            <p:cNvSpPr/>
            <p:nvPr/>
          </p:nvSpPr>
          <p:spPr>
            <a:xfrm>
              <a:off x="3792766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5" name="Freeform: Shape 124">
              <a:extLst>
                <a:ext uri="{FF2B5EF4-FFF2-40B4-BE49-F238E27FC236}">
                  <a16:creationId xmlns:a16="http://schemas.microsoft.com/office/drawing/2014/main" id="{9DD7E1DD-CDB6-B006-3336-01B53228FF27}"/>
                </a:ext>
              </a:extLst>
            </p:cNvPr>
            <p:cNvSpPr/>
            <p:nvPr/>
          </p:nvSpPr>
          <p:spPr>
            <a:xfrm>
              <a:off x="4032675" y="6654008"/>
              <a:ext cx="62839" cy="62839"/>
            </a:xfrm>
            <a:custGeom>
              <a:avLst/>
              <a:gdLst>
                <a:gd name="connsiteX0" fmla="*/ 57879 w 62839"/>
                <a:gd name="connsiteY0" fmla="*/ 0 h 62839"/>
                <a:gd name="connsiteX1" fmla="*/ 0 w 62839"/>
                <a:gd name="connsiteY1" fmla="*/ 0 h 62839"/>
                <a:gd name="connsiteX2" fmla="*/ 5089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9 w 62839"/>
                <a:gd name="connsiteY6" fmla="*/ 8523 h 62839"/>
                <a:gd name="connsiteX7" fmla="*/ 57879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9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9" y="0"/>
                  </a:moveTo>
                  <a:lnTo>
                    <a:pt x="0" y="0"/>
                  </a:lnTo>
                  <a:lnTo>
                    <a:pt x="5089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9" y="8523"/>
                  </a:lnTo>
                  <a:lnTo>
                    <a:pt x="57879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6" name="Freeform: Shape 125">
              <a:extLst>
                <a:ext uri="{FF2B5EF4-FFF2-40B4-BE49-F238E27FC236}">
                  <a16:creationId xmlns:a16="http://schemas.microsoft.com/office/drawing/2014/main" id="{4A238509-E0B8-9716-8E31-84AD6BDB7634}"/>
                </a:ext>
              </a:extLst>
            </p:cNvPr>
            <p:cNvSpPr/>
            <p:nvPr/>
          </p:nvSpPr>
          <p:spPr>
            <a:xfrm>
              <a:off x="2831344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7" name="Freeform: Shape 126">
              <a:extLst>
                <a:ext uri="{FF2B5EF4-FFF2-40B4-BE49-F238E27FC236}">
                  <a16:creationId xmlns:a16="http://schemas.microsoft.com/office/drawing/2014/main" id="{F08D1868-9CEC-E660-F01E-79530ABF0DCD}"/>
                </a:ext>
              </a:extLst>
            </p:cNvPr>
            <p:cNvSpPr/>
            <p:nvPr/>
          </p:nvSpPr>
          <p:spPr>
            <a:xfrm>
              <a:off x="3071382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8" name="Freeform: Shape 127">
              <a:extLst>
                <a:ext uri="{FF2B5EF4-FFF2-40B4-BE49-F238E27FC236}">
                  <a16:creationId xmlns:a16="http://schemas.microsoft.com/office/drawing/2014/main" id="{35BC27BC-A137-60D2-7B15-9FA50033EE60}"/>
                </a:ext>
              </a:extLst>
            </p:cNvPr>
            <p:cNvSpPr/>
            <p:nvPr/>
          </p:nvSpPr>
          <p:spPr>
            <a:xfrm>
              <a:off x="3311419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29" name="Freeform: Shape 128">
              <a:extLst>
                <a:ext uri="{FF2B5EF4-FFF2-40B4-BE49-F238E27FC236}">
                  <a16:creationId xmlns:a16="http://schemas.microsoft.com/office/drawing/2014/main" id="{7FCC765C-96B0-4647-16F9-44833266D8EB}"/>
                </a:ext>
              </a:extLst>
            </p:cNvPr>
            <p:cNvSpPr/>
            <p:nvPr/>
          </p:nvSpPr>
          <p:spPr>
            <a:xfrm>
              <a:off x="3551329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0" name="Freeform: Shape 129">
              <a:extLst>
                <a:ext uri="{FF2B5EF4-FFF2-40B4-BE49-F238E27FC236}">
                  <a16:creationId xmlns:a16="http://schemas.microsoft.com/office/drawing/2014/main" id="{C9F65D26-DBE1-6AF5-B54F-28C287E52383}"/>
                </a:ext>
              </a:extLst>
            </p:cNvPr>
            <p:cNvSpPr/>
            <p:nvPr/>
          </p:nvSpPr>
          <p:spPr>
            <a:xfrm>
              <a:off x="3791366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1" name="Freeform: Shape 130">
              <a:extLst>
                <a:ext uri="{FF2B5EF4-FFF2-40B4-BE49-F238E27FC236}">
                  <a16:creationId xmlns:a16="http://schemas.microsoft.com/office/drawing/2014/main" id="{D841C56E-859E-460C-24D2-BADF5874550D}"/>
                </a:ext>
              </a:extLst>
            </p:cNvPr>
            <p:cNvSpPr/>
            <p:nvPr/>
          </p:nvSpPr>
          <p:spPr>
            <a:xfrm>
              <a:off x="4031404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2" name="Freeform: Shape 131">
              <a:extLst>
                <a:ext uri="{FF2B5EF4-FFF2-40B4-BE49-F238E27FC236}">
                  <a16:creationId xmlns:a16="http://schemas.microsoft.com/office/drawing/2014/main" id="{B3ABD4C7-711C-9923-AC74-5A40688FD304}"/>
                </a:ext>
              </a:extLst>
            </p:cNvPr>
            <p:cNvSpPr/>
            <p:nvPr/>
          </p:nvSpPr>
          <p:spPr>
            <a:xfrm>
              <a:off x="4034075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3" name="Freeform: Shape 132">
              <a:extLst>
                <a:ext uri="{FF2B5EF4-FFF2-40B4-BE49-F238E27FC236}">
                  <a16:creationId xmlns:a16="http://schemas.microsoft.com/office/drawing/2014/main" id="{3D06AC70-F9AE-EAF0-D53B-C6F4F0024341}"/>
                </a:ext>
              </a:extLst>
            </p:cNvPr>
            <p:cNvSpPr/>
            <p:nvPr/>
          </p:nvSpPr>
          <p:spPr>
            <a:xfrm>
              <a:off x="4274112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4" name="Freeform: Shape 133">
              <a:extLst>
                <a:ext uri="{FF2B5EF4-FFF2-40B4-BE49-F238E27FC236}">
                  <a16:creationId xmlns:a16="http://schemas.microsoft.com/office/drawing/2014/main" id="{40AB4583-B167-3377-E727-8106A43DE968}"/>
                </a:ext>
              </a:extLst>
            </p:cNvPr>
            <p:cNvSpPr/>
            <p:nvPr/>
          </p:nvSpPr>
          <p:spPr>
            <a:xfrm>
              <a:off x="4514149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5" name="Freeform: Shape 134">
              <a:extLst>
                <a:ext uri="{FF2B5EF4-FFF2-40B4-BE49-F238E27FC236}">
                  <a16:creationId xmlns:a16="http://schemas.microsoft.com/office/drawing/2014/main" id="{DD3FE090-01B9-97FD-27B2-9C288204D033}"/>
                </a:ext>
              </a:extLst>
            </p:cNvPr>
            <p:cNvSpPr/>
            <p:nvPr/>
          </p:nvSpPr>
          <p:spPr>
            <a:xfrm>
              <a:off x="4754060" y="5946235"/>
              <a:ext cx="62839" cy="62712"/>
            </a:xfrm>
            <a:custGeom>
              <a:avLst/>
              <a:gdLst>
                <a:gd name="connsiteX0" fmla="*/ 57878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2 h 62712"/>
                <a:gd name="connsiteX6" fmla="*/ 57878 w 62839"/>
                <a:gd name="connsiteY6" fmla="*/ 8523 h 62712"/>
                <a:gd name="connsiteX7" fmla="*/ 57878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8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8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2"/>
                  </a:lnTo>
                  <a:lnTo>
                    <a:pt x="57878" y="8523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6" name="Freeform: Shape 135">
              <a:extLst>
                <a:ext uri="{FF2B5EF4-FFF2-40B4-BE49-F238E27FC236}">
                  <a16:creationId xmlns:a16="http://schemas.microsoft.com/office/drawing/2014/main" id="{9DB05C28-1FC1-D0F5-F7F3-CE75D7BE844F}"/>
                </a:ext>
              </a:extLst>
            </p:cNvPr>
            <p:cNvSpPr/>
            <p:nvPr/>
          </p:nvSpPr>
          <p:spPr>
            <a:xfrm>
              <a:off x="4994097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7" name="Freeform: Shape 136">
              <a:extLst>
                <a:ext uri="{FF2B5EF4-FFF2-40B4-BE49-F238E27FC236}">
                  <a16:creationId xmlns:a16="http://schemas.microsoft.com/office/drawing/2014/main" id="{DCA5910D-D024-34AF-4026-B05D636A4BD9}"/>
                </a:ext>
              </a:extLst>
            </p:cNvPr>
            <p:cNvSpPr/>
            <p:nvPr/>
          </p:nvSpPr>
          <p:spPr>
            <a:xfrm>
              <a:off x="5234134" y="5946235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2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2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2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8" name="Freeform: Shape 137">
              <a:extLst>
                <a:ext uri="{FF2B5EF4-FFF2-40B4-BE49-F238E27FC236}">
                  <a16:creationId xmlns:a16="http://schemas.microsoft.com/office/drawing/2014/main" id="{784A91D8-77CE-5EDA-24A7-9A7577D4EC1D}"/>
                </a:ext>
              </a:extLst>
            </p:cNvPr>
            <p:cNvSpPr/>
            <p:nvPr/>
          </p:nvSpPr>
          <p:spPr>
            <a:xfrm>
              <a:off x="4034075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39" name="Freeform: Shape 138">
              <a:extLst>
                <a:ext uri="{FF2B5EF4-FFF2-40B4-BE49-F238E27FC236}">
                  <a16:creationId xmlns:a16="http://schemas.microsoft.com/office/drawing/2014/main" id="{C509EEEF-5EFF-F445-F464-612FB164BBC1}"/>
                </a:ext>
              </a:extLst>
            </p:cNvPr>
            <p:cNvSpPr/>
            <p:nvPr/>
          </p:nvSpPr>
          <p:spPr>
            <a:xfrm>
              <a:off x="4274112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0" name="Freeform: Shape 139">
              <a:extLst>
                <a:ext uri="{FF2B5EF4-FFF2-40B4-BE49-F238E27FC236}">
                  <a16:creationId xmlns:a16="http://schemas.microsoft.com/office/drawing/2014/main" id="{AE2E8EF4-C053-7B6D-E90B-CCF6E14527A0}"/>
                </a:ext>
              </a:extLst>
            </p:cNvPr>
            <p:cNvSpPr/>
            <p:nvPr/>
          </p:nvSpPr>
          <p:spPr>
            <a:xfrm>
              <a:off x="4514149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1" name="Freeform: Shape 140">
              <a:extLst>
                <a:ext uri="{FF2B5EF4-FFF2-40B4-BE49-F238E27FC236}">
                  <a16:creationId xmlns:a16="http://schemas.microsoft.com/office/drawing/2014/main" id="{B93A74F4-E9AC-3F5C-B9AC-A179C2FCF95E}"/>
                </a:ext>
              </a:extLst>
            </p:cNvPr>
            <p:cNvSpPr/>
            <p:nvPr/>
          </p:nvSpPr>
          <p:spPr>
            <a:xfrm>
              <a:off x="4754060" y="6182074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317 w 62839"/>
                <a:gd name="connsiteY3" fmla="*/ 5089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317" y="5089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2" name="Freeform: Shape 141">
              <a:extLst>
                <a:ext uri="{FF2B5EF4-FFF2-40B4-BE49-F238E27FC236}">
                  <a16:creationId xmlns:a16="http://schemas.microsoft.com/office/drawing/2014/main" id="{5D0ED169-153A-34C9-F495-F01C9AE272EE}"/>
                </a:ext>
              </a:extLst>
            </p:cNvPr>
            <p:cNvSpPr/>
            <p:nvPr/>
          </p:nvSpPr>
          <p:spPr>
            <a:xfrm>
              <a:off x="4994097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9 h 62839"/>
                <a:gd name="connsiteX3" fmla="*/ 54189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9"/>
                  </a:lnTo>
                  <a:lnTo>
                    <a:pt x="54189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3" name="Freeform: Shape 142">
              <a:extLst>
                <a:ext uri="{FF2B5EF4-FFF2-40B4-BE49-F238E27FC236}">
                  <a16:creationId xmlns:a16="http://schemas.microsoft.com/office/drawing/2014/main" id="{0E919175-11D0-681A-5807-C973682D2D9F}"/>
                </a:ext>
              </a:extLst>
            </p:cNvPr>
            <p:cNvSpPr/>
            <p:nvPr/>
          </p:nvSpPr>
          <p:spPr>
            <a:xfrm>
              <a:off x="5234134" y="6182074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9 h 62839"/>
                <a:gd name="connsiteX3" fmla="*/ 54190 w 62839"/>
                <a:gd name="connsiteY3" fmla="*/ 5089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3 h 62839"/>
                <a:gd name="connsiteX9" fmla="*/ 62840 w 62839"/>
                <a:gd name="connsiteY9" fmla="*/ 5089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9"/>
                  </a:lnTo>
                  <a:lnTo>
                    <a:pt x="54190" y="5089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5089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4" name="Freeform: Shape 143">
              <a:extLst>
                <a:ext uri="{FF2B5EF4-FFF2-40B4-BE49-F238E27FC236}">
                  <a16:creationId xmlns:a16="http://schemas.microsoft.com/office/drawing/2014/main" id="{7A8180E8-6EAE-F404-C0E9-4E4BA6B15C62}"/>
                </a:ext>
              </a:extLst>
            </p:cNvPr>
            <p:cNvSpPr/>
            <p:nvPr/>
          </p:nvSpPr>
          <p:spPr>
            <a:xfrm>
              <a:off x="4034075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5" name="Freeform: Shape 144">
              <a:extLst>
                <a:ext uri="{FF2B5EF4-FFF2-40B4-BE49-F238E27FC236}">
                  <a16:creationId xmlns:a16="http://schemas.microsoft.com/office/drawing/2014/main" id="{C5A6832E-F4DA-2040-519E-F254BFD38852}"/>
                </a:ext>
              </a:extLst>
            </p:cNvPr>
            <p:cNvSpPr/>
            <p:nvPr/>
          </p:nvSpPr>
          <p:spPr>
            <a:xfrm>
              <a:off x="4274112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6" name="Freeform: Shape 145">
              <a:extLst>
                <a:ext uri="{FF2B5EF4-FFF2-40B4-BE49-F238E27FC236}">
                  <a16:creationId xmlns:a16="http://schemas.microsoft.com/office/drawing/2014/main" id="{6B7C9327-9842-897E-F6FC-55891023FA5E}"/>
                </a:ext>
              </a:extLst>
            </p:cNvPr>
            <p:cNvSpPr/>
            <p:nvPr/>
          </p:nvSpPr>
          <p:spPr>
            <a:xfrm>
              <a:off x="4514149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7" name="Freeform: Shape 146">
              <a:extLst>
                <a:ext uri="{FF2B5EF4-FFF2-40B4-BE49-F238E27FC236}">
                  <a16:creationId xmlns:a16="http://schemas.microsoft.com/office/drawing/2014/main" id="{A2F387A3-5A49-5794-57D0-475D134099CF}"/>
                </a:ext>
              </a:extLst>
            </p:cNvPr>
            <p:cNvSpPr/>
            <p:nvPr/>
          </p:nvSpPr>
          <p:spPr>
            <a:xfrm>
              <a:off x="4754060" y="6418041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317 w 62839"/>
                <a:gd name="connsiteY3" fmla="*/ 5088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650 h 62839"/>
                <a:gd name="connsiteX7" fmla="*/ 57878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317" y="5088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650"/>
                  </a:lnTo>
                  <a:lnTo>
                    <a:pt x="57878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8" name="Freeform: Shape 147">
              <a:extLst>
                <a:ext uri="{FF2B5EF4-FFF2-40B4-BE49-F238E27FC236}">
                  <a16:creationId xmlns:a16="http://schemas.microsoft.com/office/drawing/2014/main" id="{F5F7021B-E3C3-7AE8-CA0B-EE582C68F600}"/>
                </a:ext>
              </a:extLst>
            </p:cNvPr>
            <p:cNvSpPr/>
            <p:nvPr/>
          </p:nvSpPr>
          <p:spPr>
            <a:xfrm>
              <a:off x="4994097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5088 h 62839"/>
                <a:gd name="connsiteX3" fmla="*/ 54189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5088"/>
                  </a:lnTo>
                  <a:lnTo>
                    <a:pt x="54189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49" name="Freeform: Shape 148">
              <a:extLst>
                <a:ext uri="{FF2B5EF4-FFF2-40B4-BE49-F238E27FC236}">
                  <a16:creationId xmlns:a16="http://schemas.microsoft.com/office/drawing/2014/main" id="{7E66158D-3554-345A-76AD-9BB647F858B2}"/>
                </a:ext>
              </a:extLst>
            </p:cNvPr>
            <p:cNvSpPr/>
            <p:nvPr/>
          </p:nvSpPr>
          <p:spPr>
            <a:xfrm>
              <a:off x="5234134" y="6418041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5088 h 62839"/>
                <a:gd name="connsiteX3" fmla="*/ 54190 w 62839"/>
                <a:gd name="connsiteY3" fmla="*/ 5088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650 h 62839"/>
                <a:gd name="connsiteX7" fmla="*/ 57752 w 62839"/>
                <a:gd name="connsiteY7" fmla="*/ 58133 h 62839"/>
                <a:gd name="connsiteX8" fmla="*/ 62840 w 62839"/>
                <a:gd name="connsiteY8" fmla="*/ 62712 h 62839"/>
                <a:gd name="connsiteX9" fmla="*/ 62840 w 62839"/>
                <a:gd name="connsiteY9" fmla="*/ 5088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5088"/>
                  </a:lnTo>
                  <a:lnTo>
                    <a:pt x="54190" y="5088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650"/>
                  </a:lnTo>
                  <a:lnTo>
                    <a:pt x="57752" y="58133"/>
                  </a:lnTo>
                  <a:lnTo>
                    <a:pt x="62840" y="62712"/>
                  </a:lnTo>
                  <a:lnTo>
                    <a:pt x="62840" y="5088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0" name="Freeform: Shape 149">
              <a:extLst>
                <a:ext uri="{FF2B5EF4-FFF2-40B4-BE49-F238E27FC236}">
                  <a16:creationId xmlns:a16="http://schemas.microsoft.com/office/drawing/2014/main" id="{8103BC87-CBD7-7CC6-E2CD-B03441703C21}"/>
                </a:ext>
              </a:extLst>
            </p:cNvPr>
            <p:cNvSpPr/>
            <p:nvPr/>
          </p:nvSpPr>
          <p:spPr>
            <a:xfrm>
              <a:off x="4034075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1" name="Freeform: Shape 150">
              <a:extLst>
                <a:ext uri="{FF2B5EF4-FFF2-40B4-BE49-F238E27FC236}">
                  <a16:creationId xmlns:a16="http://schemas.microsoft.com/office/drawing/2014/main" id="{DA1BD991-0661-220C-96D0-89708DA841BA}"/>
                </a:ext>
              </a:extLst>
            </p:cNvPr>
            <p:cNvSpPr/>
            <p:nvPr/>
          </p:nvSpPr>
          <p:spPr>
            <a:xfrm>
              <a:off x="4274112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2" name="Freeform: Shape 151">
              <a:extLst>
                <a:ext uri="{FF2B5EF4-FFF2-40B4-BE49-F238E27FC236}">
                  <a16:creationId xmlns:a16="http://schemas.microsoft.com/office/drawing/2014/main" id="{52FBC5EB-BEAE-0B42-253F-A951955901B6}"/>
                </a:ext>
              </a:extLst>
            </p:cNvPr>
            <p:cNvSpPr/>
            <p:nvPr/>
          </p:nvSpPr>
          <p:spPr>
            <a:xfrm>
              <a:off x="4514149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3" name="Freeform: Shape 152">
              <a:extLst>
                <a:ext uri="{FF2B5EF4-FFF2-40B4-BE49-F238E27FC236}">
                  <a16:creationId xmlns:a16="http://schemas.microsoft.com/office/drawing/2014/main" id="{FED43B26-1B1A-7602-0C03-64A95ACC6391}"/>
                </a:ext>
              </a:extLst>
            </p:cNvPr>
            <p:cNvSpPr/>
            <p:nvPr/>
          </p:nvSpPr>
          <p:spPr>
            <a:xfrm>
              <a:off x="4754060" y="6654008"/>
              <a:ext cx="62839" cy="62839"/>
            </a:xfrm>
            <a:custGeom>
              <a:avLst/>
              <a:gdLst>
                <a:gd name="connsiteX0" fmla="*/ 57878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317 w 62839"/>
                <a:gd name="connsiteY3" fmla="*/ 4960 h 62839"/>
                <a:gd name="connsiteX4" fmla="*/ 127 w 62839"/>
                <a:gd name="connsiteY4" fmla="*/ 59278 h 62839"/>
                <a:gd name="connsiteX5" fmla="*/ 3689 w 62839"/>
                <a:gd name="connsiteY5" fmla="*/ 62840 h 62839"/>
                <a:gd name="connsiteX6" fmla="*/ 57878 w 62839"/>
                <a:gd name="connsiteY6" fmla="*/ 8523 h 62839"/>
                <a:gd name="connsiteX7" fmla="*/ 57878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878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878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317" y="4960"/>
                  </a:lnTo>
                  <a:lnTo>
                    <a:pt x="127" y="59278"/>
                  </a:lnTo>
                  <a:lnTo>
                    <a:pt x="3689" y="62840"/>
                  </a:lnTo>
                  <a:lnTo>
                    <a:pt x="57878" y="8523"/>
                  </a:lnTo>
                  <a:lnTo>
                    <a:pt x="57878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878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4" name="Freeform: Shape 153">
              <a:extLst>
                <a:ext uri="{FF2B5EF4-FFF2-40B4-BE49-F238E27FC236}">
                  <a16:creationId xmlns:a16="http://schemas.microsoft.com/office/drawing/2014/main" id="{D782E27A-4416-C23C-F79D-6A5A22138206}"/>
                </a:ext>
              </a:extLst>
            </p:cNvPr>
            <p:cNvSpPr/>
            <p:nvPr/>
          </p:nvSpPr>
          <p:spPr>
            <a:xfrm>
              <a:off x="4994097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5088 w 62839"/>
                <a:gd name="connsiteY2" fmla="*/ 4960 h 62839"/>
                <a:gd name="connsiteX3" fmla="*/ 54189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5088" y="4960"/>
                  </a:lnTo>
                  <a:lnTo>
                    <a:pt x="54189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5" name="Freeform: Shape 154">
              <a:extLst>
                <a:ext uri="{FF2B5EF4-FFF2-40B4-BE49-F238E27FC236}">
                  <a16:creationId xmlns:a16="http://schemas.microsoft.com/office/drawing/2014/main" id="{0BC7AFCE-0A30-8578-AF3C-376DD2D0EFEE}"/>
                </a:ext>
              </a:extLst>
            </p:cNvPr>
            <p:cNvSpPr/>
            <p:nvPr/>
          </p:nvSpPr>
          <p:spPr>
            <a:xfrm>
              <a:off x="5234134" y="6654008"/>
              <a:ext cx="62839" cy="62839"/>
            </a:xfrm>
            <a:custGeom>
              <a:avLst/>
              <a:gdLst>
                <a:gd name="connsiteX0" fmla="*/ 57752 w 62839"/>
                <a:gd name="connsiteY0" fmla="*/ 0 h 62839"/>
                <a:gd name="connsiteX1" fmla="*/ 0 w 62839"/>
                <a:gd name="connsiteY1" fmla="*/ 0 h 62839"/>
                <a:gd name="connsiteX2" fmla="*/ 4961 w 62839"/>
                <a:gd name="connsiteY2" fmla="*/ 4960 h 62839"/>
                <a:gd name="connsiteX3" fmla="*/ 54190 w 62839"/>
                <a:gd name="connsiteY3" fmla="*/ 4960 h 62839"/>
                <a:gd name="connsiteX4" fmla="*/ 0 w 62839"/>
                <a:gd name="connsiteY4" fmla="*/ 59278 h 62839"/>
                <a:gd name="connsiteX5" fmla="*/ 3562 w 62839"/>
                <a:gd name="connsiteY5" fmla="*/ 62840 h 62839"/>
                <a:gd name="connsiteX6" fmla="*/ 57752 w 62839"/>
                <a:gd name="connsiteY6" fmla="*/ 8523 h 62839"/>
                <a:gd name="connsiteX7" fmla="*/ 57752 w 62839"/>
                <a:gd name="connsiteY7" fmla="*/ 58132 h 62839"/>
                <a:gd name="connsiteX8" fmla="*/ 62840 w 62839"/>
                <a:gd name="connsiteY8" fmla="*/ 62712 h 62839"/>
                <a:gd name="connsiteX9" fmla="*/ 62840 w 62839"/>
                <a:gd name="connsiteY9" fmla="*/ 4960 h 62839"/>
                <a:gd name="connsiteX10" fmla="*/ 62840 w 62839"/>
                <a:gd name="connsiteY10" fmla="*/ 0 h 62839"/>
                <a:gd name="connsiteX11" fmla="*/ 57752 w 62839"/>
                <a:gd name="connsiteY11" fmla="*/ 0 h 62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839">
                  <a:moveTo>
                    <a:pt x="57752" y="0"/>
                  </a:moveTo>
                  <a:lnTo>
                    <a:pt x="0" y="0"/>
                  </a:lnTo>
                  <a:lnTo>
                    <a:pt x="4961" y="4960"/>
                  </a:lnTo>
                  <a:lnTo>
                    <a:pt x="54190" y="4960"/>
                  </a:lnTo>
                  <a:lnTo>
                    <a:pt x="0" y="59278"/>
                  </a:lnTo>
                  <a:lnTo>
                    <a:pt x="3562" y="62840"/>
                  </a:lnTo>
                  <a:lnTo>
                    <a:pt x="57752" y="8523"/>
                  </a:lnTo>
                  <a:lnTo>
                    <a:pt x="57752" y="58132"/>
                  </a:lnTo>
                  <a:lnTo>
                    <a:pt x="62840" y="62712"/>
                  </a:lnTo>
                  <a:lnTo>
                    <a:pt x="62840" y="4960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6" name="Freeform: Shape 155">
              <a:extLst>
                <a:ext uri="{FF2B5EF4-FFF2-40B4-BE49-F238E27FC236}">
                  <a16:creationId xmlns:a16="http://schemas.microsoft.com/office/drawing/2014/main" id="{220D122C-07F2-A450-8200-27788636444A}"/>
                </a:ext>
              </a:extLst>
            </p:cNvPr>
            <p:cNvSpPr/>
            <p:nvPr/>
          </p:nvSpPr>
          <p:spPr>
            <a:xfrm>
              <a:off x="4032675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7" name="Freeform: Shape 156">
              <a:extLst>
                <a:ext uri="{FF2B5EF4-FFF2-40B4-BE49-F238E27FC236}">
                  <a16:creationId xmlns:a16="http://schemas.microsoft.com/office/drawing/2014/main" id="{B47B951E-A6CA-C801-A0DE-8BB2A3757491}"/>
                </a:ext>
              </a:extLst>
            </p:cNvPr>
            <p:cNvSpPr/>
            <p:nvPr/>
          </p:nvSpPr>
          <p:spPr>
            <a:xfrm>
              <a:off x="4272713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39 w 62839"/>
                <a:gd name="connsiteY8" fmla="*/ 62713 h 62712"/>
                <a:gd name="connsiteX9" fmla="*/ 62839 w 62839"/>
                <a:gd name="connsiteY9" fmla="*/ 4961 h 62712"/>
                <a:gd name="connsiteX10" fmla="*/ 62839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39" y="62713"/>
                  </a:lnTo>
                  <a:lnTo>
                    <a:pt x="62839" y="4961"/>
                  </a:lnTo>
                  <a:lnTo>
                    <a:pt x="62839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8" name="Freeform: Shape 157">
              <a:extLst>
                <a:ext uri="{FF2B5EF4-FFF2-40B4-BE49-F238E27FC236}">
                  <a16:creationId xmlns:a16="http://schemas.microsoft.com/office/drawing/2014/main" id="{89D26608-876A-FE63-17C2-D9215F589F69}"/>
                </a:ext>
              </a:extLst>
            </p:cNvPr>
            <p:cNvSpPr/>
            <p:nvPr/>
          </p:nvSpPr>
          <p:spPr>
            <a:xfrm>
              <a:off x="4512750" y="5711794"/>
              <a:ext cx="62839" cy="62712"/>
            </a:xfrm>
            <a:custGeom>
              <a:avLst/>
              <a:gdLst>
                <a:gd name="connsiteX0" fmla="*/ 57751 w 62839"/>
                <a:gd name="connsiteY0" fmla="*/ 0 h 62712"/>
                <a:gd name="connsiteX1" fmla="*/ 0 w 62839"/>
                <a:gd name="connsiteY1" fmla="*/ 0 h 62712"/>
                <a:gd name="connsiteX2" fmla="*/ 4961 w 62839"/>
                <a:gd name="connsiteY2" fmla="*/ 4961 h 62712"/>
                <a:gd name="connsiteX3" fmla="*/ 54189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1 w 62839"/>
                <a:gd name="connsiteY6" fmla="*/ 8523 h 62712"/>
                <a:gd name="connsiteX7" fmla="*/ 57751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1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1" y="0"/>
                  </a:moveTo>
                  <a:lnTo>
                    <a:pt x="0" y="0"/>
                  </a:lnTo>
                  <a:lnTo>
                    <a:pt x="4961" y="4961"/>
                  </a:lnTo>
                  <a:lnTo>
                    <a:pt x="54189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1" y="8523"/>
                  </a:lnTo>
                  <a:lnTo>
                    <a:pt x="57751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1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59" name="Freeform: Shape 158">
              <a:extLst>
                <a:ext uri="{FF2B5EF4-FFF2-40B4-BE49-F238E27FC236}">
                  <a16:creationId xmlns:a16="http://schemas.microsoft.com/office/drawing/2014/main" id="{A5930EB3-C68E-08E3-AA24-F8D3AB2848C4}"/>
                </a:ext>
              </a:extLst>
            </p:cNvPr>
            <p:cNvSpPr/>
            <p:nvPr/>
          </p:nvSpPr>
          <p:spPr>
            <a:xfrm>
              <a:off x="4752660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8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8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0" name="Freeform: Shape 159">
              <a:extLst>
                <a:ext uri="{FF2B5EF4-FFF2-40B4-BE49-F238E27FC236}">
                  <a16:creationId xmlns:a16="http://schemas.microsoft.com/office/drawing/2014/main" id="{14869713-D68B-23CD-CEC6-FD4228BB8D0C}"/>
                </a:ext>
              </a:extLst>
            </p:cNvPr>
            <p:cNvSpPr/>
            <p:nvPr/>
          </p:nvSpPr>
          <p:spPr>
            <a:xfrm>
              <a:off x="4992697" y="5711794"/>
              <a:ext cx="62839" cy="62712"/>
            </a:xfrm>
            <a:custGeom>
              <a:avLst/>
              <a:gdLst>
                <a:gd name="connsiteX0" fmla="*/ 57879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317 w 62839"/>
                <a:gd name="connsiteY3" fmla="*/ 4961 h 62712"/>
                <a:gd name="connsiteX4" fmla="*/ 127 w 62839"/>
                <a:gd name="connsiteY4" fmla="*/ 59151 h 62712"/>
                <a:gd name="connsiteX5" fmla="*/ 3689 w 62839"/>
                <a:gd name="connsiteY5" fmla="*/ 62713 h 62712"/>
                <a:gd name="connsiteX6" fmla="*/ 57879 w 62839"/>
                <a:gd name="connsiteY6" fmla="*/ 8523 h 62712"/>
                <a:gd name="connsiteX7" fmla="*/ 57879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879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879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317" y="4961"/>
                  </a:lnTo>
                  <a:lnTo>
                    <a:pt x="127" y="59151"/>
                  </a:lnTo>
                  <a:lnTo>
                    <a:pt x="3689" y="62713"/>
                  </a:lnTo>
                  <a:lnTo>
                    <a:pt x="57879" y="8523"/>
                  </a:lnTo>
                  <a:lnTo>
                    <a:pt x="57879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879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  <p:sp>
          <p:nvSpPr>
            <p:cNvPr id="161" name="Freeform: Shape 160">
              <a:extLst>
                <a:ext uri="{FF2B5EF4-FFF2-40B4-BE49-F238E27FC236}">
                  <a16:creationId xmlns:a16="http://schemas.microsoft.com/office/drawing/2014/main" id="{F9330BEF-AD33-DD66-B8CC-6B6EFA450F88}"/>
                </a:ext>
              </a:extLst>
            </p:cNvPr>
            <p:cNvSpPr/>
            <p:nvPr/>
          </p:nvSpPr>
          <p:spPr>
            <a:xfrm>
              <a:off x="5232735" y="5711794"/>
              <a:ext cx="62839" cy="62712"/>
            </a:xfrm>
            <a:custGeom>
              <a:avLst/>
              <a:gdLst>
                <a:gd name="connsiteX0" fmla="*/ 57752 w 62839"/>
                <a:gd name="connsiteY0" fmla="*/ 0 h 62712"/>
                <a:gd name="connsiteX1" fmla="*/ 0 w 62839"/>
                <a:gd name="connsiteY1" fmla="*/ 0 h 62712"/>
                <a:gd name="connsiteX2" fmla="*/ 5089 w 62839"/>
                <a:gd name="connsiteY2" fmla="*/ 4961 h 62712"/>
                <a:gd name="connsiteX3" fmla="*/ 54190 w 62839"/>
                <a:gd name="connsiteY3" fmla="*/ 4961 h 62712"/>
                <a:gd name="connsiteX4" fmla="*/ 0 w 62839"/>
                <a:gd name="connsiteY4" fmla="*/ 59151 h 62712"/>
                <a:gd name="connsiteX5" fmla="*/ 3562 w 62839"/>
                <a:gd name="connsiteY5" fmla="*/ 62713 h 62712"/>
                <a:gd name="connsiteX6" fmla="*/ 57752 w 62839"/>
                <a:gd name="connsiteY6" fmla="*/ 8523 h 62712"/>
                <a:gd name="connsiteX7" fmla="*/ 57752 w 62839"/>
                <a:gd name="connsiteY7" fmla="*/ 58133 h 62712"/>
                <a:gd name="connsiteX8" fmla="*/ 62840 w 62839"/>
                <a:gd name="connsiteY8" fmla="*/ 62713 h 62712"/>
                <a:gd name="connsiteX9" fmla="*/ 62840 w 62839"/>
                <a:gd name="connsiteY9" fmla="*/ 4961 h 62712"/>
                <a:gd name="connsiteX10" fmla="*/ 62840 w 62839"/>
                <a:gd name="connsiteY10" fmla="*/ 0 h 62712"/>
                <a:gd name="connsiteX11" fmla="*/ 57752 w 62839"/>
                <a:gd name="connsiteY11" fmla="*/ 0 h 62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2839" h="62712">
                  <a:moveTo>
                    <a:pt x="57752" y="0"/>
                  </a:moveTo>
                  <a:lnTo>
                    <a:pt x="0" y="0"/>
                  </a:lnTo>
                  <a:lnTo>
                    <a:pt x="5089" y="4961"/>
                  </a:lnTo>
                  <a:lnTo>
                    <a:pt x="54190" y="4961"/>
                  </a:lnTo>
                  <a:lnTo>
                    <a:pt x="0" y="59151"/>
                  </a:lnTo>
                  <a:lnTo>
                    <a:pt x="3562" y="62713"/>
                  </a:lnTo>
                  <a:lnTo>
                    <a:pt x="57752" y="8523"/>
                  </a:lnTo>
                  <a:lnTo>
                    <a:pt x="57752" y="58133"/>
                  </a:lnTo>
                  <a:lnTo>
                    <a:pt x="62840" y="62713"/>
                  </a:lnTo>
                  <a:lnTo>
                    <a:pt x="62840" y="4961"/>
                  </a:lnTo>
                  <a:lnTo>
                    <a:pt x="62840" y="0"/>
                  </a:lnTo>
                  <a:lnTo>
                    <a:pt x="57752" y="0"/>
                  </a:lnTo>
                  <a:close/>
                </a:path>
              </a:pathLst>
            </a:custGeom>
            <a:solidFill>
              <a:srgbClr val="E13D30"/>
            </a:solidFill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 dirty="0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D6EF36B4-4AB9-C053-84BB-6290B76BBDF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17650" y="1687513"/>
            <a:ext cx="3473450" cy="2135187"/>
          </a:xfrm>
        </p:spPr>
        <p:txBody>
          <a:bodyPr anchor="t" anchorCtr="0">
            <a:normAutofit/>
          </a:bodyPr>
          <a:lstStyle>
            <a:lvl1pPr algn="l">
              <a:defRPr sz="3800"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6" name="Freeform: Shape 54">
            <a:extLst>
              <a:ext uri="{FF2B5EF4-FFF2-40B4-BE49-F238E27FC236}">
                <a16:creationId xmlns:a16="http://schemas.microsoft.com/office/drawing/2014/main" id="{691EE3B5-4FBC-06F7-34D9-6D9EF2ABF31C}"/>
              </a:ext>
            </a:extLst>
          </p:cNvPr>
          <p:cNvSpPr/>
          <p:nvPr userDrawn="1"/>
        </p:nvSpPr>
        <p:spPr>
          <a:xfrm>
            <a:off x="187081" y="6647561"/>
            <a:ext cx="62839" cy="62839"/>
          </a:xfrm>
          <a:custGeom>
            <a:avLst/>
            <a:gdLst>
              <a:gd name="connsiteX0" fmla="*/ 57879 w 62839"/>
              <a:gd name="connsiteY0" fmla="*/ 0 h 62839"/>
              <a:gd name="connsiteX1" fmla="*/ 0 w 62839"/>
              <a:gd name="connsiteY1" fmla="*/ 0 h 62839"/>
              <a:gd name="connsiteX2" fmla="*/ 5088 w 62839"/>
              <a:gd name="connsiteY2" fmla="*/ 5088 h 62839"/>
              <a:gd name="connsiteX3" fmla="*/ 54317 w 62839"/>
              <a:gd name="connsiteY3" fmla="*/ 5088 h 62839"/>
              <a:gd name="connsiteX4" fmla="*/ 127 w 62839"/>
              <a:gd name="connsiteY4" fmla="*/ 59278 h 62839"/>
              <a:gd name="connsiteX5" fmla="*/ 3689 w 62839"/>
              <a:gd name="connsiteY5" fmla="*/ 62840 h 62839"/>
              <a:gd name="connsiteX6" fmla="*/ 57879 w 62839"/>
              <a:gd name="connsiteY6" fmla="*/ 8650 h 62839"/>
              <a:gd name="connsiteX7" fmla="*/ 57879 w 62839"/>
              <a:gd name="connsiteY7" fmla="*/ 58133 h 62839"/>
              <a:gd name="connsiteX8" fmla="*/ 62840 w 62839"/>
              <a:gd name="connsiteY8" fmla="*/ 62712 h 62839"/>
              <a:gd name="connsiteX9" fmla="*/ 62840 w 62839"/>
              <a:gd name="connsiteY9" fmla="*/ 5088 h 62839"/>
              <a:gd name="connsiteX10" fmla="*/ 62840 w 62839"/>
              <a:gd name="connsiteY10" fmla="*/ 0 h 62839"/>
              <a:gd name="connsiteX11" fmla="*/ 57879 w 62839"/>
              <a:gd name="connsiteY11" fmla="*/ 0 h 6283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62839" h="62839">
                <a:moveTo>
                  <a:pt x="57879" y="0"/>
                </a:moveTo>
                <a:lnTo>
                  <a:pt x="0" y="0"/>
                </a:lnTo>
                <a:lnTo>
                  <a:pt x="5088" y="5088"/>
                </a:lnTo>
                <a:lnTo>
                  <a:pt x="54317" y="5088"/>
                </a:lnTo>
                <a:lnTo>
                  <a:pt x="127" y="59278"/>
                </a:lnTo>
                <a:lnTo>
                  <a:pt x="3689" y="62840"/>
                </a:lnTo>
                <a:lnTo>
                  <a:pt x="57879" y="8650"/>
                </a:lnTo>
                <a:lnTo>
                  <a:pt x="57879" y="58133"/>
                </a:lnTo>
                <a:lnTo>
                  <a:pt x="62840" y="62712"/>
                </a:lnTo>
                <a:lnTo>
                  <a:pt x="62840" y="5088"/>
                </a:lnTo>
                <a:lnTo>
                  <a:pt x="62840" y="0"/>
                </a:lnTo>
                <a:lnTo>
                  <a:pt x="57879" y="0"/>
                </a:lnTo>
                <a:close/>
              </a:path>
            </a:pathLst>
          </a:custGeom>
          <a:solidFill>
            <a:srgbClr val="E13D30"/>
          </a:solidFill>
          <a:ln w="12700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C1CBBB2E-C622-2202-821E-E3FA8E3F4FA5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68E2E9A8-DE4D-0203-CFA0-6C98829EE2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200902" y="517794"/>
            <a:ext cx="4070350" cy="5727120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Content Placeholder 2">
            <a:extLst>
              <a:ext uri="{FF2B5EF4-FFF2-40B4-BE49-F238E27FC236}">
                <a16:creationId xmlns:a16="http://schemas.microsoft.com/office/drawing/2014/main" id="{9FEC4438-1B2B-FCD7-77A7-439739D1300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97600" y="126326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9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</p:spTree>
    <p:extLst>
      <p:ext uri="{BB962C8B-B14F-4D97-AF65-F5344CB8AC3E}">
        <p14:creationId xmlns:p14="http://schemas.microsoft.com/office/powerpoint/2010/main" val="2612778670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White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Picture Placeholder 4">
            <a:extLst>
              <a:ext uri="{FF2B5EF4-FFF2-40B4-BE49-F238E27FC236}">
                <a16:creationId xmlns:a16="http://schemas.microsoft.com/office/drawing/2014/main" id="{DF29F394-EC6E-8834-E179-A8033F8FD8B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10414000" y="0"/>
            <a:ext cx="1778000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192020445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088603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and Content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47596228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 - White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DFA23F0C-1911-661A-FC9B-A27C1F305449}"/>
              </a:ext>
            </a:extLst>
          </p:cNvPr>
          <p:cNvSpPr/>
          <p:nvPr userDrawn="1"/>
        </p:nvSpPr>
        <p:spPr>
          <a:xfrm>
            <a:off x="11267090" y="0"/>
            <a:ext cx="92491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grpSp>
        <p:nvGrpSpPr>
          <p:cNvPr id="7" name="Group 6">
            <a:extLst>
              <a:ext uri="{FF2B5EF4-FFF2-40B4-BE49-F238E27FC236}">
                <a16:creationId xmlns:a16="http://schemas.microsoft.com/office/drawing/2014/main" id="{FE88A30F-9265-BCE3-A615-A4C5CBA83D7F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1888CD4B-7FA4-A02E-F15D-75A3248EC872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163" name="Freeform: Shape 131">
                <a:extLst>
                  <a:ext uri="{FF2B5EF4-FFF2-40B4-BE49-F238E27FC236}">
                    <a16:creationId xmlns:a16="http://schemas.microsoft.com/office/drawing/2014/main" id="{56B6B97A-4291-8C8E-2133-DCE9BFB369C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4" name="Freeform: Shape 132">
                <a:extLst>
                  <a:ext uri="{FF2B5EF4-FFF2-40B4-BE49-F238E27FC236}">
                    <a16:creationId xmlns:a16="http://schemas.microsoft.com/office/drawing/2014/main" id="{9BD29A5B-A2C9-79C3-62EA-DF67CEACA78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5" name="Freeform: Shape 133">
                <a:extLst>
                  <a:ext uri="{FF2B5EF4-FFF2-40B4-BE49-F238E27FC236}">
                    <a16:creationId xmlns:a16="http://schemas.microsoft.com/office/drawing/2014/main" id="{5F8094F7-DE68-381A-4345-11DA72CDEB52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6" name="Freeform: Shape 134">
                <a:extLst>
                  <a:ext uri="{FF2B5EF4-FFF2-40B4-BE49-F238E27FC236}">
                    <a16:creationId xmlns:a16="http://schemas.microsoft.com/office/drawing/2014/main" id="{8A2958D4-6C2A-5AF5-B498-0F6CA9122759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7" name="Freeform: Shape 135">
                <a:extLst>
                  <a:ext uri="{FF2B5EF4-FFF2-40B4-BE49-F238E27FC236}">
                    <a16:creationId xmlns:a16="http://schemas.microsoft.com/office/drawing/2014/main" id="{67CE069C-5EF1-96EF-C09E-6C40CC733291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8" name="Freeform: Shape 136">
                <a:extLst>
                  <a:ext uri="{FF2B5EF4-FFF2-40B4-BE49-F238E27FC236}">
                    <a16:creationId xmlns:a16="http://schemas.microsoft.com/office/drawing/2014/main" id="{EDB14819-E4FD-5089-9679-A257326AA7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9" name="Freeform: Shape 137">
                <a:extLst>
                  <a:ext uri="{FF2B5EF4-FFF2-40B4-BE49-F238E27FC236}">
                    <a16:creationId xmlns:a16="http://schemas.microsoft.com/office/drawing/2014/main" id="{0B35647A-9CB2-65AD-2CF8-974B14DB973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0" name="Freeform: Shape 138">
                <a:extLst>
                  <a:ext uri="{FF2B5EF4-FFF2-40B4-BE49-F238E27FC236}">
                    <a16:creationId xmlns:a16="http://schemas.microsoft.com/office/drawing/2014/main" id="{ED9397FD-B0E3-782D-95F1-A136B0339170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1" name="Freeform: Shape 139">
                <a:extLst>
                  <a:ext uri="{FF2B5EF4-FFF2-40B4-BE49-F238E27FC236}">
                    <a16:creationId xmlns:a16="http://schemas.microsoft.com/office/drawing/2014/main" id="{F1CB5C14-5128-09B1-9870-42A50C1D42C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2" name="Freeform: Shape 140">
                <a:extLst>
                  <a:ext uri="{FF2B5EF4-FFF2-40B4-BE49-F238E27FC236}">
                    <a16:creationId xmlns:a16="http://schemas.microsoft.com/office/drawing/2014/main" id="{DB3DB1EF-FA16-5A3F-3B45-071DA4A7BE47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3" name="Freeform: Shape 141">
                <a:extLst>
                  <a:ext uri="{FF2B5EF4-FFF2-40B4-BE49-F238E27FC236}">
                    <a16:creationId xmlns:a16="http://schemas.microsoft.com/office/drawing/2014/main" id="{CC54C7CE-404C-E167-664F-BF70A5EA14C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4" name="Freeform: Shape 142">
                <a:extLst>
                  <a:ext uri="{FF2B5EF4-FFF2-40B4-BE49-F238E27FC236}">
                    <a16:creationId xmlns:a16="http://schemas.microsoft.com/office/drawing/2014/main" id="{3D72C6C5-C5A4-3896-9C85-678C226D2465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5" name="Freeform: Shape 143">
                <a:extLst>
                  <a:ext uri="{FF2B5EF4-FFF2-40B4-BE49-F238E27FC236}">
                    <a16:creationId xmlns:a16="http://schemas.microsoft.com/office/drawing/2014/main" id="{F7D6502B-F2CC-DC0F-6F08-CD7ED298CB47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6" name="Freeform: Shape 144">
                <a:extLst>
                  <a:ext uri="{FF2B5EF4-FFF2-40B4-BE49-F238E27FC236}">
                    <a16:creationId xmlns:a16="http://schemas.microsoft.com/office/drawing/2014/main" id="{9C07EC7B-908F-8CB9-A129-82817A7F699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7" name="Freeform: Shape 145">
                <a:extLst>
                  <a:ext uri="{FF2B5EF4-FFF2-40B4-BE49-F238E27FC236}">
                    <a16:creationId xmlns:a16="http://schemas.microsoft.com/office/drawing/2014/main" id="{949E6842-769D-A768-363B-5B48E9D824B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8" name="Freeform: Shape 146">
                <a:extLst>
                  <a:ext uri="{FF2B5EF4-FFF2-40B4-BE49-F238E27FC236}">
                    <a16:creationId xmlns:a16="http://schemas.microsoft.com/office/drawing/2014/main" id="{FC50AC8C-FDCD-8C96-EE92-FADAE78E66E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79" name="Freeform: Shape 147">
                <a:extLst>
                  <a:ext uri="{FF2B5EF4-FFF2-40B4-BE49-F238E27FC236}">
                    <a16:creationId xmlns:a16="http://schemas.microsoft.com/office/drawing/2014/main" id="{3F6A2A4F-46BE-A5E3-F6EA-5170A15152B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0" name="Freeform: Shape 148">
                <a:extLst>
                  <a:ext uri="{FF2B5EF4-FFF2-40B4-BE49-F238E27FC236}">
                    <a16:creationId xmlns:a16="http://schemas.microsoft.com/office/drawing/2014/main" id="{EBEC3D6D-F6F5-7181-3879-BCA7F76FDB49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1" name="Freeform: Shape 149">
                <a:extLst>
                  <a:ext uri="{FF2B5EF4-FFF2-40B4-BE49-F238E27FC236}">
                    <a16:creationId xmlns:a16="http://schemas.microsoft.com/office/drawing/2014/main" id="{C13EA495-B33A-EEC9-F969-AC17EE4FC0CD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2" name="Freeform: Shape 150">
                <a:extLst>
                  <a:ext uri="{FF2B5EF4-FFF2-40B4-BE49-F238E27FC236}">
                    <a16:creationId xmlns:a16="http://schemas.microsoft.com/office/drawing/2014/main" id="{66E3145D-F4C8-9EF6-62E2-052167233FFF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3" name="Freeform: Shape 151">
                <a:extLst>
                  <a:ext uri="{FF2B5EF4-FFF2-40B4-BE49-F238E27FC236}">
                    <a16:creationId xmlns:a16="http://schemas.microsoft.com/office/drawing/2014/main" id="{0BA1163B-D982-6E2C-0F43-6F30E3E3824C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4" name="Freeform: Shape 152">
                <a:extLst>
                  <a:ext uri="{FF2B5EF4-FFF2-40B4-BE49-F238E27FC236}">
                    <a16:creationId xmlns:a16="http://schemas.microsoft.com/office/drawing/2014/main" id="{7FF982EA-4082-B680-53E8-42DB03DC0E23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5" name="Freeform: Shape 153">
                <a:extLst>
                  <a:ext uri="{FF2B5EF4-FFF2-40B4-BE49-F238E27FC236}">
                    <a16:creationId xmlns:a16="http://schemas.microsoft.com/office/drawing/2014/main" id="{3DC9F143-8148-43AE-6F69-ACD4FD11B727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6" name="Freeform: Shape 154">
                <a:extLst>
                  <a:ext uri="{FF2B5EF4-FFF2-40B4-BE49-F238E27FC236}">
                    <a16:creationId xmlns:a16="http://schemas.microsoft.com/office/drawing/2014/main" id="{964E931C-EE88-D315-4907-863EA95A25ED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7" name="Freeform: Shape 155">
                <a:extLst>
                  <a:ext uri="{FF2B5EF4-FFF2-40B4-BE49-F238E27FC236}">
                    <a16:creationId xmlns:a16="http://schemas.microsoft.com/office/drawing/2014/main" id="{5A08AB21-80C4-D56B-B127-CF280BF371DD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8" name="Freeform: Shape 156">
                <a:extLst>
                  <a:ext uri="{FF2B5EF4-FFF2-40B4-BE49-F238E27FC236}">
                    <a16:creationId xmlns:a16="http://schemas.microsoft.com/office/drawing/2014/main" id="{DF0184FC-6011-94BE-57F3-8B614267718F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89" name="Freeform: Shape 157">
                <a:extLst>
                  <a:ext uri="{FF2B5EF4-FFF2-40B4-BE49-F238E27FC236}">
                    <a16:creationId xmlns:a16="http://schemas.microsoft.com/office/drawing/2014/main" id="{A929F709-F2DF-E0CB-1806-9F3FFC48298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0" name="Freeform: Shape 158">
                <a:extLst>
                  <a:ext uri="{FF2B5EF4-FFF2-40B4-BE49-F238E27FC236}">
                    <a16:creationId xmlns:a16="http://schemas.microsoft.com/office/drawing/2014/main" id="{E0596825-A9E1-2E01-0F2B-E05D485DC54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1" name="Freeform: Shape 159">
                <a:extLst>
                  <a:ext uri="{FF2B5EF4-FFF2-40B4-BE49-F238E27FC236}">
                    <a16:creationId xmlns:a16="http://schemas.microsoft.com/office/drawing/2014/main" id="{7034EA74-C26A-1C55-865A-849AC1CCEF4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92" name="Freeform: Shape 160">
                <a:extLst>
                  <a:ext uri="{FF2B5EF4-FFF2-40B4-BE49-F238E27FC236}">
                    <a16:creationId xmlns:a16="http://schemas.microsoft.com/office/drawing/2014/main" id="{50B59498-F10C-EE70-EE6E-786EE4F9A83D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0F6DAF68-D073-21C0-20B7-AFB7F0F6C27A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133" name="Freeform: Shape 131">
                <a:extLst>
                  <a:ext uri="{FF2B5EF4-FFF2-40B4-BE49-F238E27FC236}">
                    <a16:creationId xmlns:a16="http://schemas.microsoft.com/office/drawing/2014/main" id="{520CB969-C85C-AAD1-71B8-0653FD5E0A56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4" name="Freeform: Shape 132">
                <a:extLst>
                  <a:ext uri="{FF2B5EF4-FFF2-40B4-BE49-F238E27FC236}">
                    <a16:creationId xmlns:a16="http://schemas.microsoft.com/office/drawing/2014/main" id="{332CDA43-1BC7-D15E-6372-E35F24C12F24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5" name="Freeform: Shape 133">
                <a:extLst>
                  <a:ext uri="{FF2B5EF4-FFF2-40B4-BE49-F238E27FC236}">
                    <a16:creationId xmlns:a16="http://schemas.microsoft.com/office/drawing/2014/main" id="{A8322AA3-A0E2-8FA9-4907-62AA83F5925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6" name="Freeform: Shape 134">
                <a:extLst>
                  <a:ext uri="{FF2B5EF4-FFF2-40B4-BE49-F238E27FC236}">
                    <a16:creationId xmlns:a16="http://schemas.microsoft.com/office/drawing/2014/main" id="{CD2E92E2-A6A5-421E-07EC-67510C893E8E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7" name="Freeform: Shape 135">
                <a:extLst>
                  <a:ext uri="{FF2B5EF4-FFF2-40B4-BE49-F238E27FC236}">
                    <a16:creationId xmlns:a16="http://schemas.microsoft.com/office/drawing/2014/main" id="{7C5136ED-9271-FEB3-E689-E74DB07EE59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8" name="Freeform: Shape 136">
                <a:extLst>
                  <a:ext uri="{FF2B5EF4-FFF2-40B4-BE49-F238E27FC236}">
                    <a16:creationId xmlns:a16="http://schemas.microsoft.com/office/drawing/2014/main" id="{6946669F-5EB3-B6C3-FDF9-0682F9E8512B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9" name="Freeform: Shape 137">
                <a:extLst>
                  <a:ext uri="{FF2B5EF4-FFF2-40B4-BE49-F238E27FC236}">
                    <a16:creationId xmlns:a16="http://schemas.microsoft.com/office/drawing/2014/main" id="{CAEB37A5-447D-5E34-AD4E-F562D57F8F0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0" name="Freeform: Shape 138">
                <a:extLst>
                  <a:ext uri="{FF2B5EF4-FFF2-40B4-BE49-F238E27FC236}">
                    <a16:creationId xmlns:a16="http://schemas.microsoft.com/office/drawing/2014/main" id="{CBEEA2A6-29CB-213B-2958-258B8E97770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1" name="Freeform: Shape 139">
                <a:extLst>
                  <a:ext uri="{FF2B5EF4-FFF2-40B4-BE49-F238E27FC236}">
                    <a16:creationId xmlns:a16="http://schemas.microsoft.com/office/drawing/2014/main" id="{DCD09A83-EA0C-C69A-939F-14808EDD763B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2" name="Freeform: Shape 140">
                <a:extLst>
                  <a:ext uri="{FF2B5EF4-FFF2-40B4-BE49-F238E27FC236}">
                    <a16:creationId xmlns:a16="http://schemas.microsoft.com/office/drawing/2014/main" id="{E186D42B-2A6D-65B1-7BDE-A61252FB616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3" name="Freeform: Shape 141">
                <a:extLst>
                  <a:ext uri="{FF2B5EF4-FFF2-40B4-BE49-F238E27FC236}">
                    <a16:creationId xmlns:a16="http://schemas.microsoft.com/office/drawing/2014/main" id="{D07BEF57-FCC0-DD8D-862B-C01D2B9CDC2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4" name="Freeform: Shape 142">
                <a:extLst>
                  <a:ext uri="{FF2B5EF4-FFF2-40B4-BE49-F238E27FC236}">
                    <a16:creationId xmlns:a16="http://schemas.microsoft.com/office/drawing/2014/main" id="{1500FAB2-AA7D-C39D-63C4-C9BA6F24543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5" name="Freeform: Shape 143">
                <a:extLst>
                  <a:ext uri="{FF2B5EF4-FFF2-40B4-BE49-F238E27FC236}">
                    <a16:creationId xmlns:a16="http://schemas.microsoft.com/office/drawing/2014/main" id="{FEEF5E23-9D10-1818-941F-F885CED31286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6" name="Freeform: Shape 144">
                <a:extLst>
                  <a:ext uri="{FF2B5EF4-FFF2-40B4-BE49-F238E27FC236}">
                    <a16:creationId xmlns:a16="http://schemas.microsoft.com/office/drawing/2014/main" id="{3CF334B8-EF72-1F48-987D-E73318B91E93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7" name="Freeform: Shape 145">
                <a:extLst>
                  <a:ext uri="{FF2B5EF4-FFF2-40B4-BE49-F238E27FC236}">
                    <a16:creationId xmlns:a16="http://schemas.microsoft.com/office/drawing/2014/main" id="{27E4791C-B151-C8B9-64FC-D9D6C772A29E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8" name="Freeform: Shape 146">
                <a:extLst>
                  <a:ext uri="{FF2B5EF4-FFF2-40B4-BE49-F238E27FC236}">
                    <a16:creationId xmlns:a16="http://schemas.microsoft.com/office/drawing/2014/main" id="{70555BFE-5550-992E-5191-4DA466F2E001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49" name="Freeform: Shape 147">
                <a:extLst>
                  <a:ext uri="{FF2B5EF4-FFF2-40B4-BE49-F238E27FC236}">
                    <a16:creationId xmlns:a16="http://schemas.microsoft.com/office/drawing/2014/main" id="{AEF54566-4562-FC20-0DB1-809E3791A91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0" name="Freeform: Shape 148">
                <a:extLst>
                  <a:ext uri="{FF2B5EF4-FFF2-40B4-BE49-F238E27FC236}">
                    <a16:creationId xmlns:a16="http://schemas.microsoft.com/office/drawing/2014/main" id="{A0AC34BE-C0C6-49D1-2EB6-8AD514D26792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1" name="Freeform: Shape 149">
                <a:extLst>
                  <a:ext uri="{FF2B5EF4-FFF2-40B4-BE49-F238E27FC236}">
                    <a16:creationId xmlns:a16="http://schemas.microsoft.com/office/drawing/2014/main" id="{9FD45D6F-FF68-4162-E44F-796F199F5F8E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2" name="Freeform: Shape 150">
                <a:extLst>
                  <a:ext uri="{FF2B5EF4-FFF2-40B4-BE49-F238E27FC236}">
                    <a16:creationId xmlns:a16="http://schemas.microsoft.com/office/drawing/2014/main" id="{DE31656C-78D4-B214-39D1-94D2B2AADCC4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3" name="Freeform: Shape 151">
                <a:extLst>
                  <a:ext uri="{FF2B5EF4-FFF2-40B4-BE49-F238E27FC236}">
                    <a16:creationId xmlns:a16="http://schemas.microsoft.com/office/drawing/2014/main" id="{B968E7FA-4B62-9B0E-1CAD-EAD7F545447A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4" name="Freeform: Shape 152">
                <a:extLst>
                  <a:ext uri="{FF2B5EF4-FFF2-40B4-BE49-F238E27FC236}">
                    <a16:creationId xmlns:a16="http://schemas.microsoft.com/office/drawing/2014/main" id="{F687CE48-2731-7EF3-58F4-1EEC38F77E4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5" name="Freeform: Shape 153">
                <a:extLst>
                  <a:ext uri="{FF2B5EF4-FFF2-40B4-BE49-F238E27FC236}">
                    <a16:creationId xmlns:a16="http://schemas.microsoft.com/office/drawing/2014/main" id="{B3B9572D-83B3-A012-EAA8-C6AA68AF233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6" name="Freeform: Shape 154">
                <a:extLst>
                  <a:ext uri="{FF2B5EF4-FFF2-40B4-BE49-F238E27FC236}">
                    <a16:creationId xmlns:a16="http://schemas.microsoft.com/office/drawing/2014/main" id="{6699C170-539E-0164-76B7-090E2703349F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7" name="Freeform: Shape 155">
                <a:extLst>
                  <a:ext uri="{FF2B5EF4-FFF2-40B4-BE49-F238E27FC236}">
                    <a16:creationId xmlns:a16="http://schemas.microsoft.com/office/drawing/2014/main" id="{FF93B785-F15C-DB38-D0B7-A43F181CF782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8" name="Freeform: Shape 156">
                <a:extLst>
                  <a:ext uri="{FF2B5EF4-FFF2-40B4-BE49-F238E27FC236}">
                    <a16:creationId xmlns:a16="http://schemas.microsoft.com/office/drawing/2014/main" id="{A890194D-09B1-5713-0046-E676BD8DD62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59" name="Freeform: Shape 157">
                <a:extLst>
                  <a:ext uri="{FF2B5EF4-FFF2-40B4-BE49-F238E27FC236}">
                    <a16:creationId xmlns:a16="http://schemas.microsoft.com/office/drawing/2014/main" id="{52C3C080-52DB-8623-94C1-99B1C5433814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0" name="Freeform: Shape 158">
                <a:extLst>
                  <a:ext uri="{FF2B5EF4-FFF2-40B4-BE49-F238E27FC236}">
                    <a16:creationId xmlns:a16="http://schemas.microsoft.com/office/drawing/2014/main" id="{0764D90B-B992-2851-7FB3-A40B779C9AF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1" name="Freeform: Shape 159">
                <a:extLst>
                  <a:ext uri="{FF2B5EF4-FFF2-40B4-BE49-F238E27FC236}">
                    <a16:creationId xmlns:a16="http://schemas.microsoft.com/office/drawing/2014/main" id="{4DD70F15-0946-8C90-D7A7-C2EA1125AAE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62" name="Freeform: Shape 160">
                <a:extLst>
                  <a:ext uri="{FF2B5EF4-FFF2-40B4-BE49-F238E27FC236}">
                    <a16:creationId xmlns:a16="http://schemas.microsoft.com/office/drawing/2014/main" id="{B82C1C03-D64D-AC6A-748C-9B2124EE6218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1F7255A2-752F-85BD-BADD-256B41ED5BB6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103" name="Freeform: Shape 131">
                <a:extLst>
                  <a:ext uri="{FF2B5EF4-FFF2-40B4-BE49-F238E27FC236}">
                    <a16:creationId xmlns:a16="http://schemas.microsoft.com/office/drawing/2014/main" id="{2EA77D5A-7469-D1AB-AF1D-52E8E5B0631A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4" name="Freeform: Shape 132">
                <a:extLst>
                  <a:ext uri="{FF2B5EF4-FFF2-40B4-BE49-F238E27FC236}">
                    <a16:creationId xmlns:a16="http://schemas.microsoft.com/office/drawing/2014/main" id="{67780946-836D-EE96-E09D-8AC4B30016A0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5" name="Freeform: Shape 133">
                <a:extLst>
                  <a:ext uri="{FF2B5EF4-FFF2-40B4-BE49-F238E27FC236}">
                    <a16:creationId xmlns:a16="http://schemas.microsoft.com/office/drawing/2014/main" id="{A0E4A56D-06C9-FADE-8C06-59D92FF4A29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6" name="Freeform: Shape 134">
                <a:extLst>
                  <a:ext uri="{FF2B5EF4-FFF2-40B4-BE49-F238E27FC236}">
                    <a16:creationId xmlns:a16="http://schemas.microsoft.com/office/drawing/2014/main" id="{CC26B048-C071-BD27-D439-C7FAECF15DE3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7" name="Freeform: Shape 135">
                <a:extLst>
                  <a:ext uri="{FF2B5EF4-FFF2-40B4-BE49-F238E27FC236}">
                    <a16:creationId xmlns:a16="http://schemas.microsoft.com/office/drawing/2014/main" id="{1370A7F9-121F-EF4C-1CA9-333A4024D97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8" name="Freeform: Shape 136">
                <a:extLst>
                  <a:ext uri="{FF2B5EF4-FFF2-40B4-BE49-F238E27FC236}">
                    <a16:creationId xmlns:a16="http://schemas.microsoft.com/office/drawing/2014/main" id="{D2005AFE-C8E5-9B26-B3C0-0EE3E2EA46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9" name="Freeform: Shape 137">
                <a:extLst>
                  <a:ext uri="{FF2B5EF4-FFF2-40B4-BE49-F238E27FC236}">
                    <a16:creationId xmlns:a16="http://schemas.microsoft.com/office/drawing/2014/main" id="{75A320E4-B9D5-B37A-2321-D7BD826CE3F2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0" name="Freeform: Shape 138">
                <a:extLst>
                  <a:ext uri="{FF2B5EF4-FFF2-40B4-BE49-F238E27FC236}">
                    <a16:creationId xmlns:a16="http://schemas.microsoft.com/office/drawing/2014/main" id="{1B426086-3F8C-A735-F1FD-BDB2E4DDC2E4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1" name="Freeform: Shape 139">
                <a:extLst>
                  <a:ext uri="{FF2B5EF4-FFF2-40B4-BE49-F238E27FC236}">
                    <a16:creationId xmlns:a16="http://schemas.microsoft.com/office/drawing/2014/main" id="{69365EBB-9388-36ED-9AFD-212349C40F24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2" name="Freeform: Shape 140">
                <a:extLst>
                  <a:ext uri="{FF2B5EF4-FFF2-40B4-BE49-F238E27FC236}">
                    <a16:creationId xmlns:a16="http://schemas.microsoft.com/office/drawing/2014/main" id="{A346490D-DD83-4C5E-66D2-F11AAC405025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3" name="Freeform: Shape 141">
                <a:extLst>
                  <a:ext uri="{FF2B5EF4-FFF2-40B4-BE49-F238E27FC236}">
                    <a16:creationId xmlns:a16="http://schemas.microsoft.com/office/drawing/2014/main" id="{20B6EFDA-9E1F-0F19-BDFC-B2EE2C3C474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4" name="Freeform: Shape 142">
                <a:extLst>
                  <a:ext uri="{FF2B5EF4-FFF2-40B4-BE49-F238E27FC236}">
                    <a16:creationId xmlns:a16="http://schemas.microsoft.com/office/drawing/2014/main" id="{1978A77E-9036-2240-53B2-DDDB4C0AB712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5" name="Freeform: Shape 143">
                <a:extLst>
                  <a:ext uri="{FF2B5EF4-FFF2-40B4-BE49-F238E27FC236}">
                    <a16:creationId xmlns:a16="http://schemas.microsoft.com/office/drawing/2014/main" id="{33335B9D-B51B-0DAA-348D-46CCB8945981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6" name="Freeform: Shape 144">
                <a:extLst>
                  <a:ext uri="{FF2B5EF4-FFF2-40B4-BE49-F238E27FC236}">
                    <a16:creationId xmlns:a16="http://schemas.microsoft.com/office/drawing/2014/main" id="{A91E8A9E-DDAE-0C78-7988-B20D051F7B22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7" name="Freeform: Shape 145">
                <a:extLst>
                  <a:ext uri="{FF2B5EF4-FFF2-40B4-BE49-F238E27FC236}">
                    <a16:creationId xmlns:a16="http://schemas.microsoft.com/office/drawing/2014/main" id="{C5008E07-F04C-E323-B702-27F33C81D615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8" name="Freeform: Shape 146">
                <a:extLst>
                  <a:ext uri="{FF2B5EF4-FFF2-40B4-BE49-F238E27FC236}">
                    <a16:creationId xmlns:a16="http://schemas.microsoft.com/office/drawing/2014/main" id="{9EF0C182-1AF9-699F-BA0F-C1A36B46A65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19" name="Freeform: Shape 147">
                <a:extLst>
                  <a:ext uri="{FF2B5EF4-FFF2-40B4-BE49-F238E27FC236}">
                    <a16:creationId xmlns:a16="http://schemas.microsoft.com/office/drawing/2014/main" id="{2FF54546-0B2C-A919-56C2-82983C5532FB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0" name="Freeform: Shape 148">
                <a:extLst>
                  <a:ext uri="{FF2B5EF4-FFF2-40B4-BE49-F238E27FC236}">
                    <a16:creationId xmlns:a16="http://schemas.microsoft.com/office/drawing/2014/main" id="{752F0D6D-D942-DFA4-F692-04C05077CEC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1" name="Freeform: Shape 149">
                <a:extLst>
                  <a:ext uri="{FF2B5EF4-FFF2-40B4-BE49-F238E27FC236}">
                    <a16:creationId xmlns:a16="http://schemas.microsoft.com/office/drawing/2014/main" id="{EB28515A-50A3-2D24-8056-CF69709A52D9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2" name="Freeform: Shape 150">
                <a:extLst>
                  <a:ext uri="{FF2B5EF4-FFF2-40B4-BE49-F238E27FC236}">
                    <a16:creationId xmlns:a16="http://schemas.microsoft.com/office/drawing/2014/main" id="{175FEC2C-2712-ED8A-06E6-E06D42C38D61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3" name="Freeform: Shape 151">
                <a:extLst>
                  <a:ext uri="{FF2B5EF4-FFF2-40B4-BE49-F238E27FC236}">
                    <a16:creationId xmlns:a16="http://schemas.microsoft.com/office/drawing/2014/main" id="{FE6F5A0C-3C2F-A528-7063-7D65EC72530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4" name="Freeform: Shape 152">
                <a:extLst>
                  <a:ext uri="{FF2B5EF4-FFF2-40B4-BE49-F238E27FC236}">
                    <a16:creationId xmlns:a16="http://schemas.microsoft.com/office/drawing/2014/main" id="{25B2B18A-6144-1847-C5BC-B4B875964D35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5" name="Freeform: Shape 153">
                <a:extLst>
                  <a:ext uri="{FF2B5EF4-FFF2-40B4-BE49-F238E27FC236}">
                    <a16:creationId xmlns:a16="http://schemas.microsoft.com/office/drawing/2014/main" id="{8247284C-1924-6C97-9F4F-DF73F92653BB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6" name="Freeform: Shape 154">
                <a:extLst>
                  <a:ext uri="{FF2B5EF4-FFF2-40B4-BE49-F238E27FC236}">
                    <a16:creationId xmlns:a16="http://schemas.microsoft.com/office/drawing/2014/main" id="{DF01EFC6-A335-DC7E-A072-EEE5DBCCA181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7" name="Freeform: Shape 155">
                <a:extLst>
                  <a:ext uri="{FF2B5EF4-FFF2-40B4-BE49-F238E27FC236}">
                    <a16:creationId xmlns:a16="http://schemas.microsoft.com/office/drawing/2014/main" id="{7D44B5C9-535D-9087-BFD9-2DB39534DD9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8" name="Freeform: Shape 156">
                <a:extLst>
                  <a:ext uri="{FF2B5EF4-FFF2-40B4-BE49-F238E27FC236}">
                    <a16:creationId xmlns:a16="http://schemas.microsoft.com/office/drawing/2014/main" id="{36E1419E-BB62-CEDC-2BC6-533C07B7FAA3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29" name="Freeform: Shape 157">
                <a:extLst>
                  <a:ext uri="{FF2B5EF4-FFF2-40B4-BE49-F238E27FC236}">
                    <a16:creationId xmlns:a16="http://schemas.microsoft.com/office/drawing/2014/main" id="{5322FC12-FE3D-AC9D-5EDF-D437918E4869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0" name="Freeform: Shape 158">
                <a:extLst>
                  <a:ext uri="{FF2B5EF4-FFF2-40B4-BE49-F238E27FC236}">
                    <a16:creationId xmlns:a16="http://schemas.microsoft.com/office/drawing/2014/main" id="{471BAB77-EF13-49D6-627F-1CA8F380C197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1" name="Freeform: Shape 159">
                <a:extLst>
                  <a:ext uri="{FF2B5EF4-FFF2-40B4-BE49-F238E27FC236}">
                    <a16:creationId xmlns:a16="http://schemas.microsoft.com/office/drawing/2014/main" id="{0D13CE8F-E5CC-11EB-EC8C-27892F06B4C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32" name="Freeform: Shape 160">
                <a:extLst>
                  <a:ext uri="{FF2B5EF4-FFF2-40B4-BE49-F238E27FC236}">
                    <a16:creationId xmlns:a16="http://schemas.microsoft.com/office/drawing/2014/main" id="{F677A8E7-2F80-A706-3CA9-5EB654116E2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C9E08A17-80FB-3A1F-5628-13A8CDBC5316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73" name="Freeform: Shape 131">
                <a:extLst>
                  <a:ext uri="{FF2B5EF4-FFF2-40B4-BE49-F238E27FC236}">
                    <a16:creationId xmlns:a16="http://schemas.microsoft.com/office/drawing/2014/main" id="{F2022DE9-0446-F267-BC09-3AB5CD14A8D5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4" name="Freeform: Shape 132">
                <a:extLst>
                  <a:ext uri="{FF2B5EF4-FFF2-40B4-BE49-F238E27FC236}">
                    <a16:creationId xmlns:a16="http://schemas.microsoft.com/office/drawing/2014/main" id="{AE4B307A-D4CD-8C68-7DF9-A32FCE525B0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5" name="Freeform: Shape 133">
                <a:extLst>
                  <a:ext uri="{FF2B5EF4-FFF2-40B4-BE49-F238E27FC236}">
                    <a16:creationId xmlns:a16="http://schemas.microsoft.com/office/drawing/2014/main" id="{53953F62-3C04-4A22-368F-818A8B61EAB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6" name="Freeform: Shape 134">
                <a:extLst>
                  <a:ext uri="{FF2B5EF4-FFF2-40B4-BE49-F238E27FC236}">
                    <a16:creationId xmlns:a16="http://schemas.microsoft.com/office/drawing/2014/main" id="{33A2A415-976E-C4DE-9482-DFCF9E3632B0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7" name="Freeform: Shape 135">
                <a:extLst>
                  <a:ext uri="{FF2B5EF4-FFF2-40B4-BE49-F238E27FC236}">
                    <a16:creationId xmlns:a16="http://schemas.microsoft.com/office/drawing/2014/main" id="{7E75601B-6184-E09E-F3DC-04F244FED779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8" name="Freeform: Shape 136">
                <a:extLst>
                  <a:ext uri="{FF2B5EF4-FFF2-40B4-BE49-F238E27FC236}">
                    <a16:creationId xmlns:a16="http://schemas.microsoft.com/office/drawing/2014/main" id="{64292F92-E7C1-4D02-1F6B-1BE2CBF907A0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9" name="Freeform: Shape 137">
                <a:extLst>
                  <a:ext uri="{FF2B5EF4-FFF2-40B4-BE49-F238E27FC236}">
                    <a16:creationId xmlns:a16="http://schemas.microsoft.com/office/drawing/2014/main" id="{E224D295-6327-EAB1-AE41-A8CB761ABC14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0" name="Freeform: Shape 138">
                <a:extLst>
                  <a:ext uri="{FF2B5EF4-FFF2-40B4-BE49-F238E27FC236}">
                    <a16:creationId xmlns:a16="http://schemas.microsoft.com/office/drawing/2014/main" id="{2D6ED58D-F745-0BA8-D7DB-D57830C02ED8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1" name="Freeform: Shape 139">
                <a:extLst>
                  <a:ext uri="{FF2B5EF4-FFF2-40B4-BE49-F238E27FC236}">
                    <a16:creationId xmlns:a16="http://schemas.microsoft.com/office/drawing/2014/main" id="{4E010406-0BAE-28D7-9D57-4C619D8C4763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2" name="Freeform: Shape 140">
                <a:extLst>
                  <a:ext uri="{FF2B5EF4-FFF2-40B4-BE49-F238E27FC236}">
                    <a16:creationId xmlns:a16="http://schemas.microsoft.com/office/drawing/2014/main" id="{58040611-3ADF-673D-3E1F-00A55ACF5C6C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3" name="Freeform: Shape 141">
                <a:extLst>
                  <a:ext uri="{FF2B5EF4-FFF2-40B4-BE49-F238E27FC236}">
                    <a16:creationId xmlns:a16="http://schemas.microsoft.com/office/drawing/2014/main" id="{5CC06417-AB3B-8ABC-0140-FE93805C96EC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4" name="Freeform: Shape 142">
                <a:extLst>
                  <a:ext uri="{FF2B5EF4-FFF2-40B4-BE49-F238E27FC236}">
                    <a16:creationId xmlns:a16="http://schemas.microsoft.com/office/drawing/2014/main" id="{90E191B6-BDF1-9367-BBD4-8B8A8EA827F3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5" name="Freeform: Shape 143">
                <a:extLst>
                  <a:ext uri="{FF2B5EF4-FFF2-40B4-BE49-F238E27FC236}">
                    <a16:creationId xmlns:a16="http://schemas.microsoft.com/office/drawing/2014/main" id="{1E031F86-A49D-02DC-E638-56CF334795F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6" name="Freeform: Shape 144">
                <a:extLst>
                  <a:ext uri="{FF2B5EF4-FFF2-40B4-BE49-F238E27FC236}">
                    <a16:creationId xmlns:a16="http://schemas.microsoft.com/office/drawing/2014/main" id="{611B6B26-108C-79B5-9B46-DE8F7EADBA84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7" name="Freeform: Shape 145">
                <a:extLst>
                  <a:ext uri="{FF2B5EF4-FFF2-40B4-BE49-F238E27FC236}">
                    <a16:creationId xmlns:a16="http://schemas.microsoft.com/office/drawing/2014/main" id="{674966C4-D26E-F086-E35E-5AE0C859B71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8" name="Freeform: Shape 146">
                <a:extLst>
                  <a:ext uri="{FF2B5EF4-FFF2-40B4-BE49-F238E27FC236}">
                    <a16:creationId xmlns:a16="http://schemas.microsoft.com/office/drawing/2014/main" id="{59DE8EF9-BE07-9634-8230-FC6599FA2170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89" name="Freeform: Shape 147">
                <a:extLst>
                  <a:ext uri="{FF2B5EF4-FFF2-40B4-BE49-F238E27FC236}">
                    <a16:creationId xmlns:a16="http://schemas.microsoft.com/office/drawing/2014/main" id="{39BAB499-D8AA-40C8-6255-01C167727082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0" name="Freeform: Shape 148">
                <a:extLst>
                  <a:ext uri="{FF2B5EF4-FFF2-40B4-BE49-F238E27FC236}">
                    <a16:creationId xmlns:a16="http://schemas.microsoft.com/office/drawing/2014/main" id="{4AC95537-8D5F-AF0D-4634-19358EE3DC0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1" name="Freeform: Shape 149">
                <a:extLst>
                  <a:ext uri="{FF2B5EF4-FFF2-40B4-BE49-F238E27FC236}">
                    <a16:creationId xmlns:a16="http://schemas.microsoft.com/office/drawing/2014/main" id="{223FCF2F-894D-0162-2372-65A202AC8EA1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2" name="Freeform: Shape 150">
                <a:extLst>
                  <a:ext uri="{FF2B5EF4-FFF2-40B4-BE49-F238E27FC236}">
                    <a16:creationId xmlns:a16="http://schemas.microsoft.com/office/drawing/2014/main" id="{879D059A-4FA4-70AC-30E2-B32A11F7500B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3" name="Freeform: Shape 151">
                <a:extLst>
                  <a:ext uri="{FF2B5EF4-FFF2-40B4-BE49-F238E27FC236}">
                    <a16:creationId xmlns:a16="http://schemas.microsoft.com/office/drawing/2014/main" id="{B5FD4BC0-1241-C2B3-6EAE-8C1D077A421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4" name="Freeform: Shape 152">
                <a:extLst>
                  <a:ext uri="{FF2B5EF4-FFF2-40B4-BE49-F238E27FC236}">
                    <a16:creationId xmlns:a16="http://schemas.microsoft.com/office/drawing/2014/main" id="{F71D6618-3427-2A63-6D36-18931F6A64C6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5" name="Freeform: Shape 153">
                <a:extLst>
                  <a:ext uri="{FF2B5EF4-FFF2-40B4-BE49-F238E27FC236}">
                    <a16:creationId xmlns:a16="http://schemas.microsoft.com/office/drawing/2014/main" id="{F845185C-9E28-D3C3-FB93-82FDFAF5428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6" name="Freeform: Shape 154">
                <a:extLst>
                  <a:ext uri="{FF2B5EF4-FFF2-40B4-BE49-F238E27FC236}">
                    <a16:creationId xmlns:a16="http://schemas.microsoft.com/office/drawing/2014/main" id="{5815BFA7-3630-806F-38D6-542D875FBAE2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7" name="Freeform: Shape 155">
                <a:extLst>
                  <a:ext uri="{FF2B5EF4-FFF2-40B4-BE49-F238E27FC236}">
                    <a16:creationId xmlns:a16="http://schemas.microsoft.com/office/drawing/2014/main" id="{A3AD8765-C9BA-F316-9886-0C7D7A9427C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8" name="Freeform: Shape 156">
                <a:extLst>
                  <a:ext uri="{FF2B5EF4-FFF2-40B4-BE49-F238E27FC236}">
                    <a16:creationId xmlns:a16="http://schemas.microsoft.com/office/drawing/2014/main" id="{F462785B-D0FA-7F73-1539-D67AD4FECD74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99" name="Freeform: Shape 157">
                <a:extLst>
                  <a:ext uri="{FF2B5EF4-FFF2-40B4-BE49-F238E27FC236}">
                    <a16:creationId xmlns:a16="http://schemas.microsoft.com/office/drawing/2014/main" id="{54359F1E-9CF8-9F1C-C91D-44F7640E712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0" name="Freeform: Shape 158">
                <a:extLst>
                  <a:ext uri="{FF2B5EF4-FFF2-40B4-BE49-F238E27FC236}">
                    <a16:creationId xmlns:a16="http://schemas.microsoft.com/office/drawing/2014/main" id="{D3328829-2B5C-0A94-B01E-79FB191584B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1" name="Freeform: Shape 159">
                <a:extLst>
                  <a:ext uri="{FF2B5EF4-FFF2-40B4-BE49-F238E27FC236}">
                    <a16:creationId xmlns:a16="http://schemas.microsoft.com/office/drawing/2014/main" id="{646C8A36-B9F5-CD81-D2D9-FDEA26D16030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102" name="Freeform: Shape 160">
                <a:extLst>
                  <a:ext uri="{FF2B5EF4-FFF2-40B4-BE49-F238E27FC236}">
                    <a16:creationId xmlns:a16="http://schemas.microsoft.com/office/drawing/2014/main" id="{3FC978FC-EFC9-E045-05B8-436E89A7C387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C01199C7-3400-AEEB-FE9D-B36381A0626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43" name="Freeform: Shape 131">
                <a:extLst>
                  <a:ext uri="{FF2B5EF4-FFF2-40B4-BE49-F238E27FC236}">
                    <a16:creationId xmlns:a16="http://schemas.microsoft.com/office/drawing/2014/main" id="{88991DF3-5AB8-D9DA-23BC-8434343E025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4" name="Freeform: Shape 132">
                <a:extLst>
                  <a:ext uri="{FF2B5EF4-FFF2-40B4-BE49-F238E27FC236}">
                    <a16:creationId xmlns:a16="http://schemas.microsoft.com/office/drawing/2014/main" id="{C44B4FCB-1166-83F7-91B6-7EE843F420FB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5" name="Freeform: Shape 133">
                <a:extLst>
                  <a:ext uri="{FF2B5EF4-FFF2-40B4-BE49-F238E27FC236}">
                    <a16:creationId xmlns:a16="http://schemas.microsoft.com/office/drawing/2014/main" id="{51BD86DE-51E7-04EC-1B46-BC0E76DAAE74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6" name="Freeform: Shape 134">
                <a:extLst>
                  <a:ext uri="{FF2B5EF4-FFF2-40B4-BE49-F238E27FC236}">
                    <a16:creationId xmlns:a16="http://schemas.microsoft.com/office/drawing/2014/main" id="{7810AFA0-1BE1-1B52-0918-7A365C62CA6C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7" name="Freeform: Shape 135">
                <a:extLst>
                  <a:ext uri="{FF2B5EF4-FFF2-40B4-BE49-F238E27FC236}">
                    <a16:creationId xmlns:a16="http://schemas.microsoft.com/office/drawing/2014/main" id="{F83C21E1-DC2D-6DA5-B1D9-8AFE08DE0190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8" name="Freeform: Shape 136">
                <a:extLst>
                  <a:ext uri="{FF2B5EF4-FFF2-40B4-BE49-F238E27FC236}">
                    <a16:creationId xmlns:a16="http://schemas.microsoft.com/office/drawing/2014/main" id="{683D72AE-C4B9-E6EF-604B-944FB0E92FF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49" name="Freeform: Shape 137">
                <a:extLst>
                  <a:ext uri="{FF2B5EF4-FFF2-40B4-BE49-F238E27FC236}">
                    <a16:creationId xmlns:a16="http://schemas.microsoft.com/office/drawing/2014/main" id="{79394AF4-3A4E-8690-0FE4-F4978C90DE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0" name="Freeform: Shape 138">
                <a:extLst>
                  <a:ext uri="{FF2B5EF4-FFF2-40B4-BE49-F238E27FC236}">
                    <a16:creationId xmlns:a16="http://schemas.microsoft.com/office/drawing/2014/main" id="{9E2D424E-A911-B32F-AC74-9E9167B221AA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1" name="Freeform: Shape 139">
                <a:extLst>
                  <a:ext uri="{FF2B5EF4-FFF2-40B4-BE49-F238E27FC236}">
                    <a16:creationId xmlns:a16="http://schemas.microsoft.com/office/drawing/2014/main" id="{0785BCD6-1470-CCC7-2094-D939E468B408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2" name="Freeform: Shape 140">
                <a:extLst>
                  <a:ext uri="{FF2B5EF4-FFF2-40B4-BE49-F238E27FC236}">
                    <a16:creationId xmlns:a16="http://schemas.microsoft.com/office/drawing/2014/main" id="{9F0A1895-19E0-CA6B-2E79-121CFD95EFD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3" name="Freeform: Shape 141">
                <a:extLst>
                  <a:ext uri="{FF2B5EF4-FFF2-40B4-BE49-F238E27FC236}">
                    <a16:creationId xmlns:a16="http://schemas.microsoft.com/office/drawing/2014/main" id="{22D359AA-ED73-E18E-E065-24CA4BFA6811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4" name="Freeform: Shape 142">
                <a:extLst>
                  <a:ext uri="{FF2B5EF4-FFF2-40B4-BE49-F238E27FC236}">
                    <a16:creationId xmlns:a16="http://schemas.microsoft.com/office/drawing/2014/main" id="{91AD6BF2-3606-8173-281A-DFB41F2552E0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5" name="Freeform: Shape 143">
                <a:extLst>
                  <a:ext uri="{FF2B5EF4-FFF2-40B4-BE49-F238E27FC236}">
                    <a16:creationId xmlns:a16="http://schemas.microsoft.com/office/drawing/2014/main" id="{EBF638D4-84DC-D736-BAE9-C0544BF8915E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6" name="Freeform: Shape 144">
                <a:extLst>
                  <a:ext uri="{FF2B5EF4-FFF2-40B4-BE49-F238E27FC236}">
                    <a16:creationId xmlns:a16="http://schemas.microsoft.com/office/drawing/2014/main" id="{82632168-C4C8-6910-08F6-5F0896EB6D68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7" name="Freeform: Shape 145">
                <a:extLst>
                  <a:ext uri="{FF2B5EF4-FFF2-40B4-BE49-F238E27FC236}">
                    <a16:creationId xmlns:a16="http://schemas.microsoft.com/office/drawing/2014/main" id="{5F84B16B-9D07-6B79-ADC8-535F2BD90236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8" name="Freeform: Shape 146">
                <a:extLst>
                  <a:ext uri="{FF2B5EF4-FFF2-40B4-BE49-F238E27FC236}">
                    <a16:creationId xmlns:a16="http://schemas.microsoft.com/office/drawing/2014/main" id="{84EC91D8-7420-AAE6-B8D6-D7ED4E69EB4E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59" name="Freeform: Shape 147">
                <a:extLst>
                  <a:ext uri="{FF2B5EF4-FFF2-40B4-BE49-F238E27FC236}">
                    <a16:creationId xmlns:a16="http://schemas.microsoft.com/office/drawing/2014/main" id="{F329BE0D-5747-1B1E-2FEF-A599EC88AAE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0" name="Freeform: Shape 148">
                <a:extLst>
                  <a:ext uri="{FF2B5EF4-FFF2-40B4-BE49-F238E27FC236}">
                    <a16:creationId xmlns:a16="http://schemas.microsoft.com/office/drawing/2014/main" id="{AABA5DBC-6954-3347-06A2-BD986254567A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1" name="Freeform: Shape 149">
                <a:extLst>
                  <a:ext uri="{FF2B5EF4-FFF2-40B4-BE49-F238E27FC236}">
                    <a16:creationId xmlns:a16="http://schemas.microsoft.com/office/drawing/2014/main" id="{0B29624D-32A8-5572-346F-FE985C2B9D8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2" name="Freeform: Shape 150">
                <a:extLst>
                  <a:ext uri="{FF2B5EF4-FFF2-40B4-BE49-F238E27FC236}">
                    <a16:creationId xmlns:a16="http://schemas.microsoft.com/office/drawing/2014/main" id="{6028F370-84A4-0297-528D-682B21303705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3" name="Freeform: Shape 151">
                <a:extLst>
                  <a:ext uri="{FF2B5EF4-FFF2-40B4-BE49-F238E27FC236}">
                    <a16:creationId xmlns:a16="http://schemas.microsoft.com/office/drawing/2014/main" id="{2C3CED85-4FE4-BF2B-DF87-119AA3C5FC51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4" name="Freeform: Shape 152">
                <a:extLst>
                  <a:ext uri="{FF2B5EF4-FFF2-40B4-BE49-F238E27FC236}">
                    <a16:creationId xmlns:a16="http://schemas.microsoft.com/office/drawing/2014/main" id="{D79A462D-C594-9B59-1DE4-F3C08A05F46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5" name="Freeform: Shape 153">
                <a:extLst>
                  <a:ext uri="{FF2B5EF4-FFF2-40B4-BE49-F238E27FC236}">
                    <a16:creationId xmlns:a16="http://schemas.microsoft.com/office/drawing/2014/main" id="{3A07AB18-2431-6353-6987-8D34C9B208B4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6" name="Freeform: Shape 154">
                <a:extLst>
                  <a:ext uri="{FF2B5EF4-FFF2-40B4-BE49-F238E27FC236}">
                    <a16:creationId xmlns:a16="http://schemas.microsoft.com/office/drawing/2014/main" id="{540B67E1-0CDA-421F-6272-A42CAF797A2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7" name="Freeform: Shape 155">
                <a:extLst>
                  <a:ext uri="{FF2B5EF4-FFF2-40B4-BE49-F238E27FC236}">
                    <a16:creationId xmlns:a16="http://schemas.microsoft.com/office/drawing/2014/main" id="{96424079-6D85-C2DA-A819-1E4DCE30E3A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8" name="Freeform: Shape 156">
                <a:extLst>
                  <a:ext uri="{FF2B5EF4-FFF2-40B4-BE49-F238E27FC236}">
                    <a16:creationId xmlns:a16="http://schemas.microsoft.com/office/drawing/2014/main" id="{2A97BBEC-36CE-B594-AE66-A3115470A98D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69" name="Freeform: Shape 157">
                <a:extLst>
                  <a:ext uri="{FF2B5EF4-FFF2-40B4-BE49-F238E27FC236}">
                    <a16:creationId xmlns:a16="http://schemas.microsoft.com/office/drawing/2014/main" id="{92003631-9E95-49B8-E595-B859D56E10BF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0" name="Freeform: Shape 158">
                <a:extLst>
                  <a:ext uri="{FF2B5EF4-FFF2-40B4-BE49-F238E27FC236}">
                    <a16:creationId xmlns:a16="http://schemas.microsoft.com/office/drawing/2014/main" id="{0370696A-A98E-7034-FF2E-F43A3AD732C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1" name="Freeform: Shape 159">
                <a:extLst>
                  <a:ext uri="{FF2B5EF4-FFF2-40B4-BE49-F238E27FC236}">
                    <a16:creationId xmlns:a16="http://schemas.microsoft.com/office/drawing/2014/main" id="{699D158D-64DE-6AB7-A85D-7CF536BB9D1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72" name="Freeform: Shape 160">
                <a:extLst>
                  <a:ext uri="{FF2B5EF4-FFF2-40B4-BE49-F238E27FC236}">
                    <a16:creationId xmlns:a16="http://schemas.microsoft.com/office/drawing/2014/main" id="{E4EE3E30-8D79-5C66-7728-43DE5873952E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ED6544BB-3F90-AC1C-C6F2-7E5834072516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6" name="Rectangle 15">
                <a:extLst>
                  <a:ext uri="{FF2B5EF4-FFF2-40B4-BE49-F238E27FC236}">
                    <a16:creationId xmlns:a16="http://schemas.microsoft.com/office/drawing/2014/main" id="{5D1F618F-754B-D67A-D5AE-3CBE530858ED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8" name="Group 17">
                <a:extLst>
                  <a:ext uri="{FF2B5EF4-FFF2-40B4-BE49-F238E27FC236}">
                    <a16:creationId xmlns:a16="http://schemas.microsoft.com/office/drawing/2014/main" id="{FA03D7D9-065C-6047-CC68-952A558D8BCF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19" name="Freeform: Shape 131">
                  <a:extLst>
                    <a:ext uri="{FF2B5EF4-FFF2-40B4-BE49-F238E27FC236}">
                      <a16:creationId xmlns:a16="http://schemas.microsoft.com/office/drawing/2014/main" id="{4A551F23-BE36-A469-6255-CC8FF471802F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" name="Freeform: Shape 132">
                  <a:extLst>
                    <a:ext uri="{FF2B5EF4-FFF2-40B4-BE49-F238E27FC236}">
                      <a16:creationId xmlns:a16="http://schemas.microsoft.com/office/drawing/2014/main" id="{404C0765-CAF4-B5A7-0A14-A98F873240D9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" name="Freeform: Shape 133">
                  <a:extLst>
                    <a:ext uri="{FF2B5EF4-FFF2-40B4-BE49-F238E27FC236}">
                      <a16:creationId xmlns:a16="http://schemas.microsoft.com/office/drawing/2014/main" id="{86B4E10B-B22B-D0EE-E0CF-63DAE7C06CB2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3" name="Freeform: Shape 134">
                  <a:extLst>
                    <a:ext uri="{FF2B5EF4-FFF2-40B4-BE49-F238E27FC236}">
                      <a16:creationId xmlns:a16="http://schemas.microsoft.com/office/drawing/2014/main" id="{F7514E5B-A7B5-3878-ECCA-F2C61D730BBC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4" name="Freeform: Shape 135">
                  <a:extLst>
                    <a:ext uri="{FF2B5EF4-FFF2-40B4-BE49-F238E27FC236}">
                      <a16:creationId xmlns:a16="http://schemas.microsoft.com/office/drawing/2014/main" id="{23928C06-682E-34D6-BB49-8293F2FE1A0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5" name="Freeform: Shape 136">
                  <a:extLst>
                    <a:ext uri="{FF2B5EF4-FFF2-40B4-BE49-F238E27FC236}">
                      <a16:creationId xmlns:a16="http://schemas.microsoft.com/office/drawing/2014/main" id="{1A9515AF-65EC-19E8-2777-D1C61A131ECC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6" name="Freeform: Shape 137">
                  <a:extLst>
                    <a:ext uri="{FF2B5EF4-FFF2-40B4-BE49-F238E27FC236}">
                      <a16:creationId xmlns:a16="http://schemas.microsoft.com/office/drawing/2014/main" id="{FCD1E1E8-1936-037C-DCAB-23E09F1FF04F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7" name="Freeform: Shape 138">
                  <a:extLst>
                    <a:ext uri="{FF2B5EF4-FFF2-40B4-BE49-F238E27FC236}">
                      <a16:creationId xmlns:a16="http://schemas.microsoft.com/office/drawing/2014/main" id="{960B2DB8-A7FF-6649-63C3-ED61C9C00850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8" name="Freeform: Shape 139">
                  <a:extLst>
                    <a:ext uri="{FF2B5EF4-FFF2-40B4-BE49-F238E27FC236}">
                      <a16:creationId xmlns:a16="http://schemas.microsoft.com/office/drawing/2014/main" id="{DDC74ED6-F173-EB3B-5605-F5891056B7A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9" name="Freeform: Shape 140">
                  <a:extLst>
                    <a:ext uri="{FF2B5EF4-FFF2-40B4-BE49-F238E27FC236}">
                      <a16:creationId xmlns:a16="http://schemas.microsoft.com/office/drawing/2014/main" id="{66D81270-2CCD-571F-CAE7-85CBB4118C33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0" name="Freeform: Shape 141">
                  <a:extLst>
                    <a:ext uri="{FF2B5EF4-FFF2-40B4-BE49-F238E27FC236}">
                      <a16:creationId xmlns:a16="http://schemas.microsoft.com/office/drawing/2014/main" id="{ACC0CA1C-36F5-0C5D-156C-BF9B2BB53ACE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1" name="Freeform: Shape 142">
                  <a:extLst>
                    <a:ext uri="{FF2B5EF4-FFF2-40B4-BE49-F238E27FC236}">
                      <a16:creationId xmlns:a16="http://schemas.microsoft.com/office/drawing/2014/main" id="{A2FF5A44-CE60-FEB5-C8AE-AA725A30AAF6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2" name="Freeform: Shape 143">
                  <a:extLst>
                    <a:ext uri="{FF2B5EF4-FFF2-40B4-BE49-F238E27FC236}">
                      <a16:creationId xmlns:a16="http://schemas.microsoft.com/office/drawing/2014/main" id="{FE7391F7-03EA-3FBA-C538-9A123F2F8146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3" name="Freeform: Shape 144">
                  <a:extLst>
                    <a:ext uri="{FF2B5EF4-FFF2-40B4-BE49-F238E27FC236}">
                      <a16:creationId xmlns:a16="http://schemas.microsoft.com/office/drawing/2014/main" id="{07D67510-50E7-F99D-FE6C-3236F170CB40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4" name="Freeform: Shape 145">
                  <a:extLst>
                    <a:ext uri="{FF2B5EF4-FFF2-40B4-BE49-F238E27FC236}">
                      <a16:creationId xmlns:a16="http://schemas.microsoft.com/office/drawing/2014/main" id="{FFB75339-8C9D-5D11-FD9B-52CADC6F3D98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5" name="Freeform: Shape 146">
                  <a:extLst>
                    <a:ext uri="{FF2B5EF4-FFF2-40B4-BE49-F238E27FC236}">
                      <a16:creationId xmlns:a16="http://schemas.microsoft.com/office/drawing/2014/main" id="{718E2763-B374-0EFD-6E08-8C315FC14156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6" name="Freeform: Shape 147">
                  <a:extLst>
                    <a:ext uri="{FF2B5EF4-FFF2-40B4-BE49-F238E27FC236}">
                      <a16:creationId xmlns:a16="http://schemas.microsoft.com/office/drawing/2014/main" id="{E97D1C17-B693-C048-2190-446ECBD085D5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7" name="Freeform: Shape 155">
                  <a:extLst>
                    <a:ext uri="{FF2B5EF4-FFF2-40B4-BE49-F238E27FC236}">
                      <a16:creationId xmlns:a16="http://schemas.microsoft.com/office/drawing/2014/main" id="{A7EB3DB5-7FC7-918D-29F8-944878DF5069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8" name="Freeform: Shape 156">
                  <a:extLst>
                    <a:ext uri="{FF2B5EF4-FFF2-40B4-BE49-F238E27FC236}">
                      <a16:creationId xmlns:a16="http://schemas.microsoft.com/office/drawing/2014/main" id="{A7BD1159-59F5-C30B-E2EA-A564B455CDB4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39" name="Freeform: Shape 157">
                  <a:extLst>
                    <a:ext uri="{FF2B5EF4-FFF2-40B4-BE49-F238E27FC236}">
                      <a16:creationId xmlns:a16="http://schemas.microsoft.com/office/drawing/2014/main" id="{F3D9DBD4-B7A1-B952-8221-B29BDC603EF3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0" name="Freeform: Shape 158">
                  <a:extLst>
                    <a:ext uri="{FF2B5EF4-FFF2-40B4-BE49-F238E27FC236}">
                      <a16:creationId xmlns:a16="http://schemas.microsoft.com/office/drawing/2014/main" id="{719B853D-9A22-7A65-CA24-975AD29F1A7B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1" name="Freeform: Shape 159">
                  <a:extLst>
                    <a:ext uri="{FF2B5EF4-FFF2-40B4-BE49-F238E27FC236}">
                      <a16:creationId xmlns:a16="http://schemas.microsoft.com/office/drawing/2014/main" id="{0E24631D-DE3F-432E-42F4-4353CDD649E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42" name="Freeform: Shape 160">
                  <a:extLst>
                    <a:ext uri="{FF2B5EF4-FFF2-40B4-BE49-F238E27FC236}">
                      <a16:creationId xmlns:a16="http://schemas.microsoft.com/office/drawing/2014/main" id="{02DE1C63-2969-CBED-CF7E-C914EBD6890E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1581707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 - Platinum Arrow ba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A856810E-B3D1-AB29-F34A-C85AC8B6A909}"/>
              </a:ext>
            </a:extLst>
          </p:cNvPr>
          <p:cNvSpPr/>
          <p:nvPr userDrawn="1"/>
        </p:nvSpPr>
        <p:spPr>
          <a:xfrm>
            <a:off x="10591800" y="0"/>
            <a:ext cx="1600200" cy="6852592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F699251-C167-B7FD-7B25-7FA7C75CBBF8}"/>
              </a:ext>
            </a:extLst>
          </p:cNvPr>
          <p:cNvGrpSpPr/>
          <p:nvPr userDrawn="1"/>
        </p:nvGrpSpPr>
        <p:grpSpPr>
          <a:xfrm>
            <a:off x="10701084" y="97530"/>
            <a:ext cx="1493520" cy="6760470"/>
            <a:chOff x="10701084" y="97530"/>
            <a:chExt cx="1493520" cy="6760470"/>
          </a:xfrm>
        </p:grpSpPr>
        <p:grpSp>
          <p:nvGrpSpPr>
            <p:cNvPr id="17" name="Group 16">
              <a:extLst>
                <a:ext uri="{FF2B5EF4-FFF2-40B4-BE49-F238E27FC236}">
                  <a16:creationId xmlns:a16="http://schemas.microsoft.com/office/drawing/2014/main" id="{579C48C7-0728-517B-6E7E-8B75A97052D8}"/>
                </a:ext>
              </a:extLst>
            </p:cNvPr>
            <p:cNvGrpSpPr/>
            <p:nvPr/>
          </p:nvGrpSpPr>
          <p:grpSpPr>
            <a:xfrm>
              <a:off x="10787679" y="97530"/>
              <a:ext cx="1264298" cy="1005053"/>
              <a:chOff x="8867133" y="-492224"/>
              <a:chExt cx="1264298" cy="1005053"/>
            </a:xfrm>
          </p:grpSpPr>
          <p:sp>
            <p:nvSpPr>
              <p:cNvPr id="343" name="Freeform: Shape 131">
                <a:extLst>
                  <a:ext uri="{FF2B5EF4-FFF2-40B4-BE49-F238E27FC236}">
                    <a16:creationId xmlns:a16="http://schemas.microsoft.com/office/drawing/2014/main" id="{57F42C08-33C6-5276-A883-403357D36EFD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4" name="Freeform: Shape 132">
                <a:extLst>
                  <a:ext uri="{FF2B5EF4-FFF2-40B4-BE49-F238E27FC236}">
                    <a16:creationId xmlns:a16="http://schemas.microsoft.com/office/drawing/2014/main" id="{D32CE52C-E208-B572-A603-D29B74212155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5" name="Freeform: Shape 133">
                <a:extLst>
                  <a:ext uri="{FF2B5EF4-FFF2-40B4-BE49-F238E27FC236}">
                    <a16:creationId xmlns:a16="http://schemas.microsoft.com/office/drawing/2014/main" id="{4F705B74-26BF-749C-FD3A-3ED23BA1A47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6" name="Freeform: Shape 134">
                <a:extLst>
                  <a:ext uri="{FF2B5EF4-FFF2-40B4-BE49-F238E27FC236}">
                    <a16:creationId xmlns:a16="http://schemas.microsoft.com/office/drawing/2014/main" id="{D9E35474-D126-93B2-8829-EE06E3D12A35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7" name="Freeform: Shape 135">
                <a:extLst>
                  <a:ext uri="{FF2B5EF4-FFF2-40B4-BE49-F238E27FC236}">
                    <a16:creationId xmlns:a16="http://schemas.microsoft.com/office/drawing/2014/main" id="{C98DE941-6BC6-23E9-5A03-B9CEAA1A9C63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8" name="Freeform: Shape 136">
                <a:extLst>
                  <a:ext uri="{FF2B5EF4-FFF2-40B4-BE49-F238E27FC236}">
                    <a16:creationId xmlns:a16="http://schemas.microsoft.com/office/drawing/2014/main" id="{BA2B2082-EBCD-D79F-2DBD-BD4BDA8BCF2D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9" name="Freeform: Shape 137">
                <a:extLst>
                  <a:ext uri="{FF2B5EF4-FFF2-40B4-BE49-F238E27FC236}">
                    <a16:creationId xmlns:a16="http://schemas.microsoft.com/office/drawing/2014/main" id="{33EB1112-1B85-AF93-3BB8-EE0F5EE0C63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0" name="Freeform: Shape 138">
                <a:extLst>
                  <a:ext uri="{FF2B5EF4-FFF2-40B4-BE49-F238E27FC236}">
                    <a16:creationId xmlns:a16="http://schemas.microsoft.com/office/drawing/2014/main" id="{7E8B3184-1911-4203-4458-7D2632B590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1" name="Freeform: Shape 139">
                <a:extLst>
                  <a:ext uri="{FF2B5EF4-FFF2-40B4-BE49-F238E27FC236}">
                    <a16:creationId xmlns:a16="http://schemas.microsoft.com/office/drawing/2014/main" id="{57D5A795-E5C8-5F0B-C0B1-A6C4E6EAE366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2" name="Freeform: Shape 140">
                <a:extLst>
                  <a:ext uri="{FF2B5EF4-FFF2-40B4-BE49-F238E27FC236}">
                    <a16:creationId xmlns:a16="http://schemas.microsoft.com/office/drawing/2014/main" id="{E4A28CA3-B5EF-B0F3-7F07-C21248ECBE03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3" name="Freeform: Shape 141">
                <a:extLst>
                  <a:ext uri="{FF2B5EF4-FFF2-40B4-BE49-F238E27FC236}">
                    <a16:creationId xmlns:a16="http://schemas.microsoft.com/office/drawing/2014/main" id="{72F71302-C0D6-03F9-4300-52F017619BA6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4" name="Freeform: Shape 142">
                <a:extLst>
                  <a:ext uri="{FF2B5EF4-FFF2-40B4-BE49-F238E27FC236}">
                    <a16:creationId xmlns:a16="http://schemas.microsoft.com/office/drawing/2014/main" id="{572A89E4-C617-B639-70C3-CFD4338C3069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5" name="Freeform: Shape 143">
                <a:extLst>
                  <a:ext uri="{FF2B5EF4-FFF2-40B4-BE49-F238E27FC236}">
                    <a16:creationId xmlns:a16="http://schemas.microsoft.com/office/drawing/2014/main" id="{AC9DD01C-9A87-CBCD-5855-424E7B7DE5FB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6" name="Freeform: Shape 144">
                <a:extLst>
                  <a:ext uri="{FF2B5EF4-FFF2-40B4-BE49-F238E27FC236}">
                    <a16:creationId xmlns:a16="http://schemas.microsoft.com/office/drawing/2014/main" id="{9E6D4C02-AE97-2E8C-6E8D-FA8DB963B66C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7" name="Freeform: Shape 145">
                <a:extLst>
                  <a:ext uri="{FF2B5EF4-FFF2-40B4-BE49-F238E27FC236}">
                    <a16:creationId xmlns:a16="http://schemas.microsoft.com/office/drawing/2014/main" id="{D2914DA8-A11D-AF59-68EA-C924B52D4B47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8" name="Freeform: Shape 146">
                <a:extLst>
                  <a:ext uri="{FF2B5EF4-FFF2-40B4-BE49-F238E27FC236}">
                    <a16:creationId xmlns:a16="http://schemas.microsoft.com/office/drawing/2014/main" id="{28C338A1-6190-AEB6-C71B-5B447FC422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59" name="Freeform: Shape 147">
                <a:extLst>
                  <a:ext uri="{FF2B5EF4-FFF2-40B4-BE49-F238E27FC236}">
                    <a16:creationId xmlns:a16="http://schemas.microsoft.com/office/drawing/2014/main" id="{6462718F-F039-0FF2-F76D-6D45609290A5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0" name="Freeform: Shape 148">
                <a:extLst>
                  <a:ext uri="{FF2B5EF4-FFF2-40B4-BE49-F238E27FC236}">
                    <a16:creationId xmlns:a16="http://schemas.microsoft.com/office/drawing/2014/main" id="{97E5D18F-689E-2155-6D5C-88F25E1BCE58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1" name="Freeform: Shape 149">
                <a:extLst>
                  <a:ext uri="{FF2B5EF4-FFF2-40B4-BE49-F238E27FC236}">
                    <a16:creationId xmlns:a16="http://schemas.microsoft.com/office/drawing/2014/main" id="{A2558AC2-B66C-3BCA-4907-89AF62ED4E63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2" name="Freeform: Shape 150">
                <a:extLst>
                  <a:ext uri="{FF2B5EF4-FFF2-40B4-BE49-F238E27FC236}">
                    <a16:creationId xmlns:a16="http://schemas.microsoft.com/office/drawing/2014/main" id="{8BF15784-BA2B-0B80-5374-3EC98EF509F6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3" name="Freeform: Shape 151">
                <a:extLst>
                  <a:ext uri="{FF2B5EF4-FFF2-40B4-BE49-F238E27FC236}">
                    <a16:creationId xmlns:a16="http://schemas.microsoft.com/office/drawing/2014/main" id="{1B0EC508-4FD1-7E84-936B-98CE4D400357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4" name="Freeform: Shape 152">
                <a:extLst>
                  <a:ext uri="{FF2B5EF4-FFF2-40B4-BE49-F238E27FC236}">
                    <a16:creationId xmlns:a16="http://schemas.microsoft.com/office/drawing/2014/main" id="{B9EC03D4-8E18-4343-286B-08DE534442A9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5" name="Freeform: Shape 153">
                <a:extLst>
                  <a:ext uri="{FF2B5EF4-FFF2-40B4-BE49-F238E27FC236}">
                    <a16:creationId xmlns:a16="http://schemas.microsoft.com/office/drawing/2014/main" id="{5BEE624B-6E40-207E-70C7-F2AB3E09CEB5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6" name="Freeform: Shape 154">
                <a:extLst>
                  <a:ext uri="{FF2B5EF4-FFF2-40B4-BE49-F238E27FC236}">
                    <a16:creationId xmlns:a16="http://schemas.microsoft.com/office/drawing/2014/main" id="{EC1D97FC-20CE-D48A-E823-FE8D64014A5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7" name="Freeform: Shape 155">
                <a:extLst>
                  <a:ext uri="{FF2B5EF4-FFF2-40B4-BE49-F238E27FC236}">
                    <a16:creationId xmlns:a16="http://schemas.microsoft.com/office/drawing/2014/main" id="{2D73E1AD-19FB-7EB5-AD9E-DC1D28F51969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8" name="Freeform: Shape 156">
                <a:extLst>
                  <a:ext uri="{FF2B5EF4-FFF2-40B4-BE49-F238E27FC236}">
                    <a16:creationId xmlns:a16="http://schemas.microsoft.com/office/drawing/2014/main" id="{1E310345-1008-9780-AB1F-664E669907D6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69" name="Freeform: Shape 157">
                <a:extLst>
                  <a:ext uri="{FF2B5EF4-FFF2-40B4-BE49-F238E27FC236}">
                    <a16:creationId xmlns:a16="http://schemas.microsoft.com/office/drawing/2014/main" id="{205467B6-94C0-6AEC-C445-2BB292DA3D7A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0" name="Freeform: Shape 158">
                <a:extLst>
                  <a:ext uri="{FF2B5EF4-FFF2-40B4-BE49-F238E27FC236}">
                    <a16:creationId xmlns:a16="http://schemas.microsoft.com/office/drawing/2014/main" id="{E862B08B-C197-1C6D-7A6F-C0E30B5CA3CE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1" name="Freeform: Shape 159">
                <a:extLst>
                  <a:ext uri="{FF2B5EF4-FFF2-40B4-BE49-F238E27FC236}">
                    <a16:creationId xmlns:a16="http://schemas.microsoft.com/office/drawing/2014/main" id="{9EAEB050-A861-7A11-01A5-875BE0873659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72" name="Freeform: Shape 160">
                <a:extLst>
                  <a:ext uri="{FF2B5EF4-FFF2-40B4-BE49-F238E27FC236}">
                    <a16:creationId xmlns:a16="http://schemas.microsoft.com/office/drawing/2014/main" id="{920620D3-0163-7DE0-2775-B8B54805DAEB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3" name="Group 192">
              <a:extLst>
                <a:ext uri="{FF2B5EF4-FFF2-40B4-BE49-F238E27FC236}">
                  <a16:creationId xmlns:a16="http://schemas.microsoft.com/office/drawing/2014/main" id="{103E6AAA-270B-0716-A572-481483B525DB}"/>
                </a:ext>
              </a:extLst>
            </p:cNvPr>
            <p:cNvGrpSpPr/>
            <p:nvPr/>
          </p:nvGrpSpPr>
          <p:grpSpPr>
            <a:xfrm>
              <a:off x="10787679" y="1260775"/>
              <a:ext cx="1264298" cy="1005053"/>
              <a:chOff x="8867133" y="-492224"/>
              <a:chExt cx="1264298" cy="1005053"/>
            </a:xfrm>
          </p:grpSpPr>
          <p:sp>
            <p:nvSpPr>
              <p:cNvPr id="313" name="Freeform: Shape 131">
                <a:extLst>
                  <a:ext uri="{FF2B5EF4-FFF2-40B4-BE49-F238E27FC236}">
                    <a16:creationId xmlns:a16="http://schemas.microsoft.com/office/drawing/2014/main" id="{3587C69E-229C-9E89-2C8F-BA1B4215FEA0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4" name="Freeform: Shape 132">
                <a:extLst>
                  <a:ext uri="{FF2B5EF4-FFF2-40B4-BE49-F238E27FC236}">
                    <a16:creationId xmlns:a16="http://schemas.microsoft.com/office/drawing/2014/main" id="{B096A9C5-5214-DDB3-A6A7-17BB545E275E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5" name="Freeform: Shape 133">
                <a:extLst>
                  <a:ext uri="{FF2B5EF4-FFF2-40B4-BE49-F238E27FC236}">
                    <a16:creationId xmlns:a16="http://schemas.microsoft.com/office/drawing/2014/main" id="{F3665446-98FC-BDAE-BD97-549A3DD883C7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6" name="Freeform: Shape 134">
                <a:extLst>
                  <a:ext uri="{FF2B5EF4-FFF2-40B4-BE49-F238E27FC236}">
                    <a16:creationId xmlns:a16="http://schemas.microsoft.com/office/drawing/2014/main" id="{4DCCA078-55E3-F6DA-3B85-9F7BE687B13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7" name="Freeform: Shape 135">
                <a:extLst>
                  <a:ext uri="{FF2B5EF4-FFF2-40B4-BE49-F238E27FC236}">
                    <a16:creationId xmlns:a16="http://schemas.microsoft.com/office/drawing/2014/main" id="{0A8DBE2F-D7B3-6A66-53F0-B27F0A6FCDF8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8" name="Freeform: Shape 136">
                <a:extLst>
                  <a:ext uri="{FF2B5EF4-FFF2-40B4-BE49-F238E27FC236}">
                    <a16:creationId xmlns:a16="http://schemas.microsoft.com/office/drawing/2014/main" id="{1C861F19-49AB-D6DF-C401-1F7F75613B0C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9" name="Freeform: Shape 137">
                <a:extLst>
                  <a:ext uri="{FF2B5EF4-FFF2-40B4-BE49-F238E27FC236}">
                    <a16:creationId xmlns:a16="http://schemas.microsoft.com/office/drawing/2014/main" id="{CDA5B5BE-FD5E-6B58-9697-A844977A9600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0" name="Freeform: Shape 138">
                <a:extLst>
                  <a:ext uri="{FF2B5EF4-FFF2-40B4-BE49-F238E27FC236}">
                    <a16:creationId xmlns:a16="http://schemas.microsoft.com/office/drawing/2014/main" id="{24C90700-1965-111C-1833-9BB686589E4C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1" name="Freeform: Shape 139">
                <a:extLst>
                  <a:ext uri="{FF2B5EF4-FFF2-40B4-BE49-F238E27FC236}">
                    <a16:creationId xmlns:a16="http://schemas.microsoft.com/office/drawing/2014/main" id="{E7D702E6-5FF1-1B41-EE84-DFA6DBFFBFC2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2" name="Freeform: Shape 140">
                <a:extLst>
                  <a:ext uri="{FF2B5EF4-FFF2-40B4-BE49-F238E27FC236}">
                    <a16:creationId xmlns:a16="http://schemas.microsoft.com/office/drawing/2014/main" id="{04A5BC54-6526-5F06-08C5-C4BEED8A529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3" name="Freeform: Shape 141">
                <a:extLst>
                  <a:ext uri="{FF2B5EF4-FFF2-40B4-BE49-F238E27FC236}">
                    <a16:creationId xmlns:a16="http://schemas.microsoft.com/office/drawing/2014/main" id="{42E9CB64-84A3-B916-B9ED-082835D0C2EB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4" name="Freeform: Shape 142">
                <a:extLst>
                  <a:ext uri="{FF2B5EF4-FFF2-40B4-BE49-F238E27FC236}">
                    <a16:creationId xmlns:a16="http://schemas.microsoft.com/office/drawing/2014/main" id="{109B1561-EF54-A6EC-3557-F34C7284C334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5" name="Freeform: Shape 143">
                <a:extLst>
                  <a:ext uri="{FF2B5EF4-FFF2-40B4-BE49-F238E27FC236}">
                    <a16:creationId xmlns:a16="http://schemas.microsoft.com/office/drawing/2014/main" id="{98356881-7665-7D78-DB10-CAE09196718D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6" name="Freeform: Shape 144">
                <a:extLst>
                  <a:ext uri="{FF2B5EF4-FFF2-40B4-BE49-F238E27FC236}">
                    <a16:creationId xmlns:a16="http://schemas.microsoft.com/office/drawing/2014/main" id="{8EA6D433-9E78-A4AA-D603-A7C95C7963C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7" name="Freeform: Shape 145">
                <a:extLst>
                  <a:ext uri="{FF2B5EF4-FFF2-40B4-BE49-F238E27FC236}">
                    <a16:creationId xmlns:a16="http://schemas.microsoft.com/office/drawing/2014/main" id="{02B4CEB7-7851-C14B-4910-91F97431E4BB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8" name="Freeform: Shape 146">
                <a:extLst>
                  <a:ext uri="{FF2B5EF4-FFF2-40B4-BE49-F238E27FC236}">
                    <a16:creationId xmlns:a16="http://schemas.microsoft.com/office/drawing/2014/main" id="{8FD0B43B-49E8-0760-3BBC-73716FFB1176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29" name="Freeform: Shape 147">
                <a:extLst>
                  <a:ext uri="{FF2B5EF4-FFF2-40B4-BE49-F238E27FC236}">
                    <a16:creationId xmlns:a16="http://schemas.microsoft.com/office/drawing/2014/main" id="{BEC4E3B0-A7F6-B81A-0C83-96122DC589DF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0" name="Freeform: Shape 148">
                <a:extLst>
                  <a:ext uri="{FF2B5EF4-FFF2-40B4-BE49-F238E27FC236}">
                    <a16:creationId xmlns:a16="http://schemas.microsoft.com/office/drawing/2014/main" id="{3D44FD96-A033-19CA-FC57-30302C8F6D93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1" name="Freeform: Shape 149">
                <a:extLst>
                  <a:ext uri="{FF2B5EF4-FFF2-40B4-BE49-F238E27FC236}">
                    <a16:creationId xmlns:a16="http://schemas.microsoft.com/office/drawing/2014/main" id="{1ECBB1E3-D490-04A8-E1B4-FEA01BAFAF1F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2" name="Freeform: Shape 150">
                <a:extLst>
                  <a:ext uri="{FF2B5EF4-FFF2-40B4-BE49-F238E27FC236}">
                    <a16:creationId xmlns:a16="http://schemas.microsoft.com/office/drawing/2014/main" id="{83AD7853-7768-6951-46C9-FF1A3C6897A8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3" name="Freeform: Shape 151">
                <a:extLst>
                  <a:ext uri="{FF2B5EF4-FFF2-40B4-BE49-F238E27FC236}">
                    <a16:creationId xmlns:a16="http://schemas.microsoft.com/office/drawing/2014/main" id="{64C07D1A-3616-583B-B9DD-D25A22983F7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4" name="Freeform: Shape 152">
                <a:extLst>
                  <a:ext uri="{FF2B5EF4-FFF2-40B4-BE49-F238E27FC236}">
                    <a16:creationId xmlns:a16="http://schemas.microsoft.com/office/drawing/2014/main" id="{670FEFBB-3740-CD89-C1FD-16F32710B30F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5" name="Freeform: Shape 153">
                <a:extLst>
                  <a:ext uri="{FF2B5EF4-FFF2-40B4-BE49-F238E27FC236}">
                    <a16:creationId xmlns:a16="http://schemas.microsoft.com/office/drawing/2014/main" id="{323CBE4B-2C2A-002D-56D3-F1A7589FBBF0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6" name="Freeform: Shape 154">
                <a:extLst>
                  <a:ext uri="{FF2B5EF4-FFF2-40B4-BE49-F238E27FC236}">
                    <a16:creationId xmlns:a16="http://schemas.microsoft.com/office/drawing/2014/main" id="{2EE0A93E-ECB1-76CA-3320-541A1CA68768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7" name="Freeform: Shape 155">
                <a:extLst>
                  <a:ext uri="{FF2B5EF4-FFF2-40B4-BE49-F238E27FC236}">
                    <a16:creationId xmlns:a16="http://schemas.microsoft.com/office/drawing/2014/main" id="{675EAD30-4B0A-A40E-93BB-981C683F8161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8" name="Freeform: Shape 156">
                <a:extLst>
                  <a:ext uri="{FF2B5EF4-FFF2-40B4-BE49-F238E27FC236}">
                    <a16:creationId xmlns:a16="http://schemas.microsoft.com/office/drawing/2014/main" id="{8E755DEF-B640-9247-DD66-6DD48ABAD9A7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39" name="Freeform: Shape 157">
                <a:extLst>
                  <a:ext uri="{FF2B5EF4-FFF2-40B4-BE49-F238E27FC236}">
                    <a16:creationId xmlns:a16="http://schemas.microsoft.com/office/drawing/2014/main" id="{4E46C120-B362-9F89-A276-E83256D3F9E6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0" name="Freeform: Shape 158">
                <a:extLst>
                  <a:ext uri="{FF2B5EF4-FFF2-40B4-BE49-F238E27FC236}">
                    <a16:creationId xmlns:a16="http://schemas.microsoft.com/office/drawing/2014/main" id="{F2C59790-A6E8-312A-E946-31BE21587378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1" name="Freeform: Shape 159">
                <a:extLst>
                  <a:ext uri="{FF2B5EF4-FFF2-40B4-BE49-F238E27FC236}">
                    <a16:creationId xmlns:a16="http://schemas.microsoft.com/office/drawing/2014/main" id="{A884385C-0D17-0849-EDAA-B7B2A8722A22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42" name="Freeform: Shape 160">
                <a:extLst>
                  <a:ext uri="{FF2B5EF4-FFF2-40B4-BE49-F238E27FC236}">
                    <a16:creationId xmlns:a16="http://schemas.microsoft.com/office/drawing/2014/main" id="{EC2F6470-B4AB-2A31-25EF-9AC595E5FB8A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4" name="Group 193">
              <a:extLst>
                <a:ext uri="{FF2B5EF4-FFF2-40B4-BE49-F238E27FC236}">
                  <a16:creationId xmlns:a16="http://schemas.microsoft.com/office/drawing/2014/main" id="{B53F533C-BF04-CE80-2B2A-6E3BCDB0AC17}"/>
                </a:ext>
              </a:extLst>
            </p:cNvPr>
            <p:cNvGrpSpPr/>
            <p:nvPr/>
          </p:nvGrpSpPr>
          <p:grpSpPr>
            <a:xfrm>
              <a:off x="10787679" y="2413972"/>
              <a:ext cx="1264298" cy="1005053"/>
              <a:chOff x="8867133" y="-492224"/>
              <a:chExt cx="1264298" cy="1005053"/>
            </a:xfrm>
          </p:grpSpPr>
          <p:sp>
            <p:nvSpPr>
              <p:cNvPr id="283" name="Freeform: Shape 131">
                <a:extLst>
                  <a:ext uri="{FF2B5EF4-FFF2-40B4-BE49-F238E27FC236}">
                    <a16:creationId xmlns:a16="http://schemas.microsoft.com/office/drawing/2014/main" id="{A340DFDA-ACB7-DDD0-E9F6-43BB153485D4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4" name="Freeform: Shape 132">
                <a:extLst>
                  <a:ext uri="{FF2B5EF4-FFF2-40B4-BE49-F238E27FC236}">
                    <a16:creationId xmlns:a16="http://schemas.microsoft.com/office/drawing/2014/main" id="{D0BB0720-C57A-656E-58B9-202C7DB8C09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5" name="Freeform: Shape 133">
                <a:extLst>
                  <a:ext uri="{FF2B5EF4-FFF2-40B4-BE49-F238E27FC236}">
                    <a16:creationId xmlns:a16="http://schemas.microsoft.com/office/drawing/2014/main" id="{20FFB692-03F4-3697-DDF9-8BA2CCB036AB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6" name="Freeform: Shape 134">
                <a:extLst>
                  <a:ext uri="{FF2B5EF4-FFF2-40B4-BE49-F238E27FC236}">
                    <a16:creationId xmlns:a16="http://schemas.microsoft.com/office/drawing/2014/main" id="{61452AA2-52EB-B487-E43E-A52F9E42B5AF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7" name="Freeform: Shape 135">
                <a:extLst>
                  <a:ext uri="{FF2B5EF4-FFF2-40B4-BE49-F238E27FC236}">
                    <a16:creationId xmlns:a16="http://schemas.microsoft.com/office/drawing/2014/main" id="{47498E91-93F0-BAF3-4573-74A477E315C5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8" name="Freeform: Shape 136">
                <a:extLst>
                  <a:ext uri="{FF2B5EF4-FFF2-40B4-BE49-F238E27FC236}">
                    <a16:creationId xmlns:a16="http://schemas.microsoft.com/office/drawing/2014/main" id="{13B0C120-54E4-E0E8-F2D1-0E4EF31B9E53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9" name="Freeform: Shape 137">
                <a:extLst>
                  <a:ext uri="{FF2B5EF4-FFF2-40B4-BE49-F238E27FC236}">
                    <a16:creationId xmlns:a16="http://schemas.microsoft.com/office/drawing/2014/main" id="{964E015A-8CE7-0A74-9AE2-8F826CAFD3C3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0" name="Freeform: Shape 138">
                <a:extLst>
                  <a:ext uri="{FF2B5EF4-FFF2-40B4-BE49-F238E27FC236}">
                    <a16:creationId xmlns:a16="http://schemas.microsoft.com/office/drawing/2014/main" id="{F45C2754-BA7D-B809-456D-F814411AAF11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1" name="Freeform: Shape 139">
                <a:extLst>
                  <a:ext uri="{FF2B5EF4-FFF2-40B4-BE49-F238E27FC236}">
                    <a16:creationId xmlns:a16="http://schemas.microsoft.com/office/drawing/2014/main" id="{BA9ABD14-2325-F6B0-DC4C-ACD23EE270A9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2" name="Freeform: Shape 140">
                <a:extLst>
                  <a:ext uri="{FF2B5EF4-FFF2-40B4-BE49-F238E27FC236}">
                    <a16:creationId xmlns:a16="http://schemas.microsoft.com/office/drawing/2014/main" id="{137078ED-08A9-0E71-57AD-945CF4F329FB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3" name="Freeform: Shape 141">
                <a:extLst>
                  <a:ext uri="{FF2B5EF4-FFF2-40B4-BE49-F238E27FC236}">
                    <a16:creationId xmlns:a16="http://schemas.microsoft.com/office/drawing/2014/main" id="{4BACD203-C34C-442C-5E19-D242AB38B290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4" name="Freeform: Shape 142">
                <a:extLst>
                  <a:ext uri="{FF2B5EF4-FFF2-40B4-BE49-F238E27FC236}">
                    <a16:creationId xmlns:a16="http://schemas.microsoft.com/office/drawing/2014/main" id="{2692229D-527F-BD28-789E-DE0A3090421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5" name="Freeform: Shape 143">
                <a:extLst>
                  <a:ext uri="{FF2B5EF4-FFF2-40B4-BE49-F238E27FC236}">
                    <a16:creationId xmlns:a16="http://schemas.microsoft.com/office/drawing/2014/main" id="{4902D0CD-585D-B283-F20F-1497C42DE56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6" name="Freeform: Shape 144">
                <a:extLst>
                  <a:ext uri="{FF2B5EF4-FFF2-40B4-BE49-F238E27FC236}">
                    <a16:creationId xmlns:a16="http://schemas.microsoft.com/office/drawing/2014/main" id="{E7BDD6F4-9EA0-AACB-C560-107C3F8B69DB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7" name="Freeform: Shape 145">
                <a:extLst>
                  <a:ext uri="{FF2B5EF4-FFF2-40B4-BE49-F238E27FC236}">
                    <a16:creationId xmlns:a16="http://schemas.microsoft.com/office/drawing/2014/main" id="{5157DE42-1A13-FA92-424C-1F68A5F52790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8" name="Freeform: Shape 146">
                <a:extLst>
                  <a:ext uri="{FF2B5EF4-FFF2-40B4-BE49-F238E27FC236}">
                    <a16:creationId xmlns:a16="http://schemas.microsoft.com/office/drawing/2014/main" id="{CA2A9167-5B16-82FE-82AB-81DE4975240A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99" name="Freeform: Shape 147">
                <a:extLst>
                  <a:ext uri="{FF2B5EF4-FFF2-40B4-BE49-F238E27FC236}">
                    <a16:creationId xmlns:a16="http://schemas.microsoft.com/office/drawing/2014/main" id="{5B9A7AA3-3856-3210-65D3-7BEA6F82505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0" name="Freeform: Shape 148">
                <a:extLst>
                  <a:ext uri="{FF2B5EF4-FFF2-40B4-BE49-F238E27FC236}">
                    <a16:creationId xmlns:a16="http://schemas.microsoft.com/office/drawing/2014/main" id="{E47671A7-1A7D-595C-230F-8E5CF0D57A5E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1" name="Freeform: Shape 149">
                <a:extLst>
                  <a:ext uri="{FF2B5EF4-FFF2-40B4-BE49-F238E27FC236}">
                    <a16:creationId xmlns:a16="http://schemas.microsoft.com/office/drawing/2014/main" id="{AE325C95-9DB4-4ABC-64E2-C13625EA8F2C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2" name="Freeform: Shape 150">
                <a:extLst>
                  <a:ext uri="{FF2B5EF4-FFF2-40B4-BE49-F238E27FC236}">
                    <a16:creationId xmlns:a16="http://schemas.microsoft.com/office/drawing/2014/main" id="{70470266-8149-DB0F-31AB-D0D227AB518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3" name="Freeform: Shape 151">
                <a:extLst>
                  <a:ext uri="{FF2B5EF4-FFF2-40B4-BE49-F238E27FC236}">
                    <a16:creationId xmlns:a16="http://schemas.microsoft.com/office/drawing/2014/main" id="{C7DAE5ED-0241-8E68-BB8D-B58F31BD3B24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4" name="Freeform: Shape 152">
                <a:extLst>
                  <a:ext uri="{FF2B5EF4-FFF2-40B4-BE49-F238E27FC236}">
                    <a16:creationId xmlns:a16="http://schemas.microsoft.com/office/drawing/2014/main" id="{52D706E0-6868-E48E-0768-545A5EA16BD1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5" name="Freeform: Shape 153">
                <a:extLst>
                  <a:ext uri="{FF2B5EF4-FFF2-40B4-BE49-F238E27FC236}">
                    <a16:creationId xmlns:a16="http://schemas.microsoft.com/office/drawing/2014/main" id="{3DDF3FAE-C888-F360-DEC2-AC1DF699210C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6" name="Freeform: Shape 154">
                <a:extLst>
                  <a:ext uri="{FF2B5EF4-FFF2-40B4-BE49-F238E27FC236}">
                    <a16:creationId xmlns:a16="http://schemas.microsoft.com/office/drawing/2014/main" id="{94A932A9-A9E7-0A9D-A807-BA3C3F611946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7" name="Freeform: Shape 155">
                <a:extLst>
                  <a:ext uri="{FF2B5EF4-FFF2-40B4-BE49-F238E27FC236}">
                    <a16:creationId xmlns:a16="http://schemas.microsoft.com/office/drawing/2014/main" id="{A3B55091-63C6-729A-C27F-06A0FAF42C97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8" name="Freeform: Shape 156">
                <a:extLst>
                  <a:ext uri="{FF2B5EF4-FFF2-40B4-BE49-F238E27FC236}">
                    <a16:creationId xmlns:a16="http://schemas.microsoft.com/office/drawing/2014/main" id="{EFE4B22A-2167-0F87-9CD0-674492E83261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09" name="Freeform: Shape 157">
                <a:extLst>
                  <a:ext uri="{FF2B5EF4-FFF2-40B4-BE49-F238E27FC236}">
                    <a16:creationId xmlns:a16="http://schemas.microsoft.com/office/drawing/2014/main" id="{78A90422-BCAC-6DA6-D96A-830ADF74AA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0" name="Freeform: Shape 158">
                <a:extLst>
                  <a:ext uri="{FF2B5EF4-FFF2-40B4-BE49-F238E27FC236}">
                    <a16:creationId xmlns:a16="http://schemas.microsoft.com/office/drawing/2014/main" id="{7772D494-0CB8-F701-1287-9FA4C8D6FE0D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1" name="Freeform: Shape 159">
                <a:extLst>
                  <a:ext uri="{FF2B5EF4-FFF2-40B4-BE49-F238E27FC236}">
                    <a16:creationId xmlns:a16="http://schemas.microsoft.com/office/drawing/2014/main" id="{7F0F2D36-127A-859C-76A1-D221BBF530FF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312" name="Freeform: Shape 160">
                <a:extLst>
                  <a:ext uri="{FF2B5EF4-FFF2-40B4-BE49-F238E27FC236}">
                    <a16:creationId xmlns:a16="http://schemas.microsoft.com/office/drawing/2014/main" id="{3EFB03EB-F6D2-DC77-46B7-5273B0D351F6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5" name="Group 194">
              <a:extLst>
                <a:ext uri="{FF2B5EF4-FFF2-40B4-BE49-F238E27FC236}">
                  <a16:creationId xmlns:a16="http://schemas.microsoft.com/office/drawing/2014/main" id="{9FF5EF6B-BE6B-08C7-8FC9-3F61FF01A694}"/>
                </a:ext>
              </a:extLst>
            </p:cNvPr>
            <p:cNvGrpSpPr/>
            <p:nvPr/>
          </p:nvGrpSpPr>
          <p:grpSpPr>
            <a:xfrm>
              <a:off x="10787679" y="3577217"/>
              <a:ext cx="1264298" cy="1005053"/>
              <a:chOff x="8867133" y="-492224"/>
              <a:chExt cx="1264298" cy="1005053"/>
            </a:xfrm>
          </p:grpSpPr>
          <p:sp>
            <p:nvSpPr>
              <p:cNvPr id="253" name="Freeform: Shape 131">
                <a:extLst>
                  <a:ext uri="{FF2B5EF4-FFF2-40B4-BE49-F238E27FC236}">
                    <a16:creationId xmlns:a16="http://schemas.microsoft.com/office/drawing/2014/main" id="{2F966702-0E74-EDBB-323B-8408DA208318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4" name="Freeform: Shape 132">
                <a:extLst>
                  <a:ext uri="{FF2B5EF4-FFF2-40B4-BE49-F238E27FC236}">
                    <a16:creationId xmlns:a16="http://schemas.microsoft.com/office/drawing/2014/main" id="{1F1341CA-5706-51C2-9232-4BDC9E9173F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5" name="Freeform: Shape 133">
                <a:extLst>
                  <a:ext uri="{FF2B5EF4-FFF2-40B4-BE49-F238E27FC236}">
                    <a16:creationId xmlns:a16="http://schemas.microsoft.com/office/drawing/2014/main" id="{4C7E1104-2709-9E57-5948-246B6B5152C5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6" name="Freeform: Shape 134">
                <a:extLst>
                  <a:ext uri="{FF2B5EF4-FFF2-40B4-BE49-F238E27FC236}">
                    <a16:creationId xmlns:a16="http://schemas.microsoft.com/office/drawing/2014/main" id="{F301332F-E56B-3CC3-30E6-49C93B40DC36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7" name="Freeform: Shape 135">
                <a:extLst>
                  <a:ext uri="{FF2B5EF4-FFF2-40B4-BE49-F238E27FC236}">
                    <a16:creationId xmlns:a16="http://schemas.microsoft.com/office/drawing/2014/main" id="{41F265F0-B8F1-015D-BCC0-97B113B619E2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8" name="Freeform: Shape 136">
                <a:extLst>
                  <a:ext uri="{FF2B5EF4-FFF2-40B4-BE49-F238E27FC236}">
                    <a16:creationId xmlns:a16="http://schemas.microsoft.com/office/drawing/2014/main" id="{960EDF1E-2D4E-4CF2-F034-B14441F0970F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9" name="Freeform: Shape 137">
                <a:extLst>
                  <a:ext uri="{FF2B5EF4-FFF2-40B4-BE49-F238E27FC236}">
                    <a16:creationId xmlns:a16="http://schemas.microsoft.com/office/drawing/2014/main" id="{8219C2D0-3D15-92BC-7A08-F593D2B0705E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0" name="Freeform: Shape 138">
                <a:extLst>
                  <a:ext uri="{FF2B5EF4-FFF2-40B4-BE49-F238E27FC236}">
                    <a16:creationId xmlns:a16="http://schemas.microsoft.com/office/drawing/2014/main" id="{FC446D3A-93F5-A7B2-CB8A-CF350A97393E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1" name="Freeform: Shape 139">
                <a:extLst>
                  <a:ext uri="{FF2B5EF4-FFF2-40B4-BE49-F238E27FC236}">
                    <a16:creationId xmlns:a16="http://schemas.microsoft.com/office/drawing/2014/main" id="{ED0AE599-36DC-C779-194C-7093CCF4F207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2" name="Freeform: Shape 140">
                <a:extLst>
                  <a:ext uri="{FF2B5EF4-FFF2-40B4-BE49-F238E27FC236}">
                    <a16:creationId xmlns:a16="http://schemas.microsoft.com/office/drawing/2014/main" id="{FD1CF0C5-F958-B124-D51E-218915F636F1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3" name="Freeform: Shape 141">
                <a:extLst>
                  <a:ext uri="{FF2B5EF4-FFF2-40B4-BE49-F238E27FC236}">
                    <a16:creationId xmlns:a16="http://schemas.microsoft.com/office/drawing/2014/main" id="{FBB77B73-BE23-4E32-E55B-84BED8CAA3FE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4" name="Freeform: Shape 142">
                <a:extLst>
                  <a:ext uri="{FF2B5EF4-FFF2-40B4-BE49-F238E27FC236}">
                    <a16:creationId xmlns:a16="http://schemas.microsoft.com/office/drawing/2014/main" id="{3D966FF4-8901-796C-FEDA-93A9FC5BF2CF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5" name="Freeform: Shape 143">
                <a:extLst>
                  <a:ext uri="{FF2B5EF4-FFF2-40B4-BE49-F238E27FC236}">
                    <a16:creationId xmlns:a16="http://schemas.microsoft.com/office/drawing/2014/main" id="{9963E82D-64D1-CE96-9AB2-4D48F3EF2514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6" name="Freeform: Shape 144">
                <a:extLst>
                  <a:ext uri="{FF2B5EF4-FFF2-40B4-BE49-F238E27FC236}">
                    <a16:creationId xmlns:a16="http://schemas.microsoft.com/office/drawing/2014/main" id="{202902B0-2314-D6F0-4822-EF986647120A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7" name="Freeform: Shape 145">
                <a:extLst>
                  <a:ext uri="{FF2B5EF4-FFF2-40B4-BE49-F238E27FC236}">
                    <a16:creationId xmlns:a16="http://schemas.microsoft.com/office/drawing/2014/main" id="{B890E0B9-9DB0-6AF8-DA0B-2E13F9CE8794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8" name="Freeform: Shape 146">
                <a:extLst>
                  <a:ext uri="{FF2B5EF4-FFF2-40B4-BE49-F238E27FC236}">
                    <a16:creationId xmlns:a16="http://schemas.microsoft.com/office/drawing/2014/main" id="{73593DB9-3722-596D-9FAB-0EA88B852D42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69" name="Freeform: Shape 147">
                <a:extLst>
                  <a:ext uri="{FF2B5EF4-FFF2-40B4-BE49-F238E27FC236}">
                    <a16:creationId xmlns:a16="http://schemas.microsoft.com/office/drawing/2014/main" id="{2318831A-ADAF-D87A-D4F6-EB76D5D9DC00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0" name="Freeform: Shape 148">
                <a:extLst>
                  <a:ext uri="{FF2B5EF4-FFF2-40B4-BE49-F238E27FC236}">
                    <a16:creationId xmlns:a16="http://schemas.microsoft.com/office/drawing/2014/main" id="{B4219E9B-FE83-1E92-D605-3C7B484AEAC5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1" name="Freeform: Shape 149">
                <a:extLst>
                  <a:ext uri="{FF2B5EF4-FFF2-40B4-BE49-F238E27FC236}">
                    <a16:creationId xmlns:a16="http://schemas.microsoft.com/office/drawing/2014/main" id="{49D5BA8F-0278-79EE-B1E7-FE80E5DF6CCA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2" name="Freeform: Shape 150">
                <a:extLst>
                  <a:ext uri="{FF2B5EF4-FFF2-40B4-BE49-F238E27FC236}">
                    <a16:creationId xmlns:a16="http://schemas.microsoft.com/office/drawing/2014/main" id="{C49E4EE3-0FFE-CB9E-CC73-2A1AFC71B8A7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3" name="Freeform: Shape 151">
                <a:extLst>
                  <a:ext uri="{FF2B5EF4-FFF2-40B4-BE49-F238E27FC236}">
                    <a16:creationId xmlns:a16="http://schemas.microsoft.com/office/drawing/2014/main" id="{D786AF54-38CE-0657-338E-6EEFBC8BE2B0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4" name="Freeform: Shape 152">
                <a:extLst>
                  <a:ext uri="{FF2B5EF4-FFF2-40B4-BE49-F238E27FC236}">
                    <a16:creationId xmlns:a16="http://schemas.microsoft.com/office/drawing/2014/main" id="{BAAA88C8-ADC8-FDA0-56DC-1AD099FE49BB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5" name="Freeform: Shape 153">
                <a:extLst>
                  <a:ext uri="{FF2B5EF4-FFF2-40B4-BE49-F238E27FC236}">
                    <a16:creationId xmlns:a16="http://schemas.microsoft.com/office/drawing/2014/main" id="{7F016FFF-9C30-2706-94DE-E99446C82EAE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6" name="Freeform: Shape 154">
                <a:extLst>
                  <a:ext uri="{FF2B5EF4-FFF2-40B4-BE49-F238E27FC236}">
                    <a16:creationId xmlns:a16="http://schemas.microsoft.com/office/drawing/2014/main" id="{785E9A80-4398-E072-7E55-73F370C2DE6A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7" name="Freeform: Shape 155">
                <a:extLst>
                  <a:ext uri="{FF2B5EF4-FFF2-40B4-BE49-F238E27FC236}">
                    <a16:creationId xmlns:a16="http://schemas.microsoft.com/office/drawing/2014/main" id="{807B3314-E6F2-45BC-DA08-A6B33C2B8CDB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8" name="Freeform: Shape 156">
                <a:extLst>
                  <a:ext uri="{FF2B5EF4-FFF2-40B4-BE49-F238E27FC236}">
                    <a16:creationId xmlns:a16="http://schemas.microsoft.com/office/drawing/2014/main" id="{7EC15654-E5FD-F098-04B5-AD3B44049F9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79" name="Freeform: Shape 157">
                <a:extLst>
                  <a:ext uri="{FF2B5EF4-FFF2-40B4-BE49-F238E27FC236}">
                    <a16:creationId xmlns:a16="http://schemas.microsoft.com/office/drawing/2014/main" id="{84FF780F-546E-C892-EF4C-D62E02A7ED0E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0" name="Freeform: Shape 158">
                <a:extLst>
                  <a:ext uri="{FF2B5EF4-FFF2-40B4-BE49-F238E27FC236}">
                    <a16:creationId xmlns:a16="http://schemas.microsoft.com/office/drawing/2014/main" id="{078905F8-B95A-2FB3-DF5E-B4389AE7D50F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1" name="Freeform: Shape 159">
                <a:extLst>
                  <a:ext uri="{FF2B5EF4-FFF2-40B4-BE49-F238E27FC236}">
                    <a16:creationId xmlns:a16="http://schemas.microsoft.com/office/drawing/2014/main" id="{6189FBFB-389B-B278-2553-FC5F28D9BE73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82" name="Freeform: Shape 160">
                <a:extLst>
                  <a:ext uri="{FF2B5EF4-FFF2-40B4-BE49-F238E27FC236}">
                    <a16:creationId xmlns:a16="http://schemas.microsoft.com/office/drawing/2014/main" id="{B9582A29-926B-4022-74E9-E80BCDF41A62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6" name="Group 195">
              <a:extLst>
                <a:ext uri="{FF2B5EF4-FFF2-40B4-BE49-F238E27FC236}">
                  <a16:creationId xmlns:a16="http://schemas.microsoft.com/office/drawing/2014/main" id="{7765B2B6-F687-B1A0-C8CB-B480269B7D5D}"/>
                </a:ext>
              </a:extLst>
            </p:cNvPr>
            <p:cNvGrpSpPr/>
            <p:nvPr/>
          </p:nvGrpSpPr>
          <p:grpSpPr>
            <a:xfrm>
              <a:off x="10790283" y="4770606"/>
              <a:ext cx="1264298" cy="1005053"/>
              <a:chOff x="8867133" y="-492224"/>
              <a:chExt cx="1264298" cy="1005053"/>
            </a:xfrm>
          </p:grpSpPr>
          <p:sp>
            <p:nvSpPr>
              <p:cNvPr id="223" name="Freeform: Shape 131">
                <a:extLst>
                  <a:ext uri="{FF2B5EF4-FFF2-40B4-BE49-F238E27FC236}">
                    <a16:creationId xmlns:a16="http://schemas.microsoft.com/office/drawing/2014/main" id="{A18B3889-AB13-53BE-2D2C-5F3058D92D73}"/>
                  </a:ext>
                </a:extLst>
              </p:cNvPr>
              <p:cNvSpPr/>
              <p:nvPr/>
            </p:nvSpPr>
            <p:spPr>
              <a:xfrm>
                <a:off x="8868533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4" name="Freeform: Shape 132">
                <a:extLst>
                  <a:ext uri="{FF2B5EF4-FFF2-40B4-BE49-F238E27FC236}">
                    <a16:creationId xmlns:a16="http://schemas.microsoft.com/office/drawing/2014/main" id="{0B197A8F-A1CF-9810-93C5-874DAAE3B85D}"/>
                  </a:ext>
                </a:extLst>
              </p:cNvPr>
              <p:cNvSpPr/>
              <p:nvPr/>
            </p:nvSpPr>
            <p:spPr>
              <a:xfrm>
                <a:off x="9108570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5" name="Freeform: Shape 133">
                <a:extLst>
                  <a:ext uri="{FF2B5EF4-FFF2-40B4-BE49-F238E27FC236}">
                    <a16:creationId xmlns:a16="http://schemas.microsoft.com/office/drawing/2014/main" id="{9D9D23BA-BB7A-4533-A18F-A978297A75DD}"/>
                  </a:ext>
                </a:extLst>
              </p:cNvPr>
              <p:cNvSpPr/>
              <p:nvPr/>
            </p:nvSpPr>
            <p:spPr>
              <a:xfrm>
                <a:off x="9348607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6" name="Freeform: Shape 134">
                <a:extLst>
                  <a:ext uri="{FF2B5EF4-FFF2-40B4-BE49-F238E27FC236}">
                    <a16:creationId xmlns:a16="http://schemas.microsoft.com/office/drawing/2014/main" id="{BBA049FF-0CA9-5777-F3EC-9CBF878B188B}"/>
                  </a:ext>
                </a:extLst>
              </p:cNvPr>
              <p:cNvSpPr/>
              <p:nvPr/>
            </p:nvSpPr>
            <p:spPr>
              <a:xfrm>
                <a:off x="9588518" y="-257783"/>
                <a:ext cx="62839" cy="62712"/>
              </a:xfrm>
              <a:custGeom>
                <a:avLst/>
                <a:gdLst>
                  <a:gd name="connsiteX0" fmla="*/ 57878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2 h 62712"/>
                  <a:gd name="connsiteX6" fmla="*/ 57878 w 62839"/>
                  <a:gd name="connsiteY6" fmla="*/ 8523 h 62712"/>
                  <a:gd name="connsiteX7" fmla="*/ 57878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8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2"/>
                    </a:lnTo>
                    <a:lnTo>
                      <a:pt x="57878" y="8523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7" name="Freeform: Shape 135">
                <a:extLst>
                  <a:ext uri="{FF2B5EF4-FFF2-40B4-BE49-F238E27FC236}">
                    <a16:creationId xmlns:a16="http://schemas.microsoft.com/office/drawing/2014/main" id="{9EB985FC-006E-6E22-D801-FFF1C621D466}"/>
                  </a:ext>
                </a:extLst>
              </p:cNvPr>
              <p:cNvSpPr/>
              <p:nvPr/>
            </p:nvSpPr>
            <p:spPr>
              <a:xfrm>
                <a:off x="9828555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8" name="Freeform: Shape 136">
                <a:extLst>
                  <a:ext uri="{FF2B5EF4-FFF2-40B4-BE49-F238E27FC236}">
                    <a16:creationId xmlns:a16="http://schemas.microsoft.com/office/drawing/2014/main" id="{16F63C8C-77B6-ED30-7F41-34F662BFBFFE}"/>
                  </a:ext>
                </a:extLst>
              </p:cNvPr>
              <p:cNvSpPr/>
              <p:nvPr/>
            </p:nvSpPr>
            <p:spPr>
              <a:xfrm>
                <a:off x="10068592" y="-257783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2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2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2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29" name="Freeform: Shape 137">
                <a:extLst>
                  <a:ext uri="{FF2B5EF4-FFF2-40B4-BE49-F238E27FC236}">
                    <a16:creationId xmlns:a16="http://schemas.microsoft.com/office/drawing/2014/main" id="{0737BEA7-5D85-2AD8-00E7-04CCFFA8958A}"/>
                  </a:ext>
                </a:extLst>
              </p:cNvPr>
              <p:cNvSpPr/>
              <p:nvPr/>
            </p:nvSpPr>
            <p:spPr>
              <a:xfrm>
                <a:off x="8868533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0" name="Freeform: Shape 138">
                <a:extLst>
                  <a:ext uri="{FF2B5EF4-FFF2-40B4-BE49-F238E27FC236}">
                    <a16:creationId xmlns:a16="http://schemas.microsoft.com/office/drawing/2014/main" id="{BF8C2B69-152E-74FE-9E61-7235B8B48C2B}"/>
                  </a:ext>
                </a:extLst>
              </p:cNvPr>
              <p:cNvSpPr/>
              <p:nvPr/>
            </p:nvSpPr>
            <p:spPr>
              <a:xfrm>
                <a:off x="9108570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1" name="Freeform: Shape 139">
                <a:extLst>
                  <a:ext uri="{FF2B5EF4-FFF2-40B4-BE49-F238E27FC236}">
                    <a16:creationId xmlns:a16="http://schemas.microsoft.com/office/drawing/2014/main" id="{A7DBE652-36DF-9163-08EA-EA412F47EA5D}"/>
                  </a:ext>
                </a:extLst>
              </p:cNvPr>
              <p:cNvSpPr/>
              <p:nvPr/>
            </p:nvSpPr>
            <p:spPr>
              <a:xfrm>
                <a:off x="9348607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2" name="Freeform: Shape 140">
                <a:extLst>
                  <a:ext uri="{FF2B5EF4-FFF2-40B4-BE49-F238E27FC236}">
                    <a16:creationId xmlns:a16="http://schemas.microsoft.com/office/drawing/2014/main" id="{D80C1650-9F41-3245-43E5-4DB873E10329}"/>
                  </a:ext>
                </a:extLst>
              </p:cNvPr>
              <p:cNvSpPr/>
              <p:nvPr/>
            </p:nvSpPr>
            <p:spPr>
              <a:xfrm>
                <a:off x="9588518" y="-21944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317 w 62839"/>
                  <a:gd name="connsiteY3" fmla="*/ 5089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317" y="5089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3" name="Freeform: Shape 141">
                <a:extLst>
                  <a:ext uri="{FF2B5EF4-FFF2-40B4-BE49-F238E27FC236}">
                    <a16:creationId xmlns:a16="http://schemas.microsoft.com/office/drawing/2014/main" id="{CAF9A948-8F72-203E-3516-C758594DB9F5}"/>
                  </a:ext>
                </a:extLst>
              </p:cNvPr>
              <p:cNvSpPr/>
              <p:nvPr/>
            </p:nvSpPr>
            <p:spPr>
              <a:xfrm>
                <a:off x="9828555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9 h 62839"/>
                  <a:gd name="connsiteX3" fmla="*/ 54189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9"/>
                    </a:lnTo>
                    <a:lnTo>
                      <a:pt x="54189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4" name="Freeform: Shape 142">
                <a:extLst>
                  <a:ext uri="{FF2B5EF4-FFF2-40B4-BE49-F238E27FC236}">
                    <a16:creationId xmlns:a16="http://schemas.microsoft.com/office/drawing/2014/main" id="{1EAD676A-689E-D3C3-7D9D-C4651E466E7C}"/>
                  </a:ext>
                </a:extLst>
              </p:cNvPr>
              <p:cNvSpPr/>
              <p:nvPr/>
            </p:nvSpPr>
            <p:spPr>
              <a:xfrm>
                <a:off x="10068592" y="-21944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9 h 62839"/>
                  <a:gd name="connsiteX3" fmla="*/ 54190 w 62839"/>
                  <a:gd name="connsiteY3" fmla="*/ 5089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3 h 62839"/>
                  <a:gd name="connsiteX9" fmla="*/ 62840 w 62839"/>
                  <a:gd name="connsiteY9" fmla="*/ 5089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9"/>
                    </a:lnTo>
                    <a:lnTo>
                      <a:pt x="54190" y="5089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5089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5" name="Freeform: Shape 143">
                <a:extLst>
                  <a:ext uri="{FF2B5EF4-FFF2-40B4-BE49-F238E27FC236}">
                    <a16:creationId xmlns:a16="http://schemas.microsoft.com/office/drawing/2014/main" id="{4E638940-93C1-F526-9CD1-DCD4ED731490}"/>
                  </a:ext>
                </a:extLst>
              </p:cNvPr>
              <p:cNvSpPr/>
              <p:nvPr/>
            </p:nvSpPr>
            <p:spPr>
              <a:xfrm>
                <a:off x="8868533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6" name="Freeform: Shape 144">
                <a:extLst>
                  <a:ext uri="{FF2B5EF4-FFF2-40B4-BE49-F238E27FC236}">
                    <a16:creationId xmlns:a16="http://schemas.microsoft.com/office/drawing/2014/main" id="{B1D81BAB-ECCC-A195-ECC8-C46CF423AA5E}"/>
                  </a:ext>
                </a:extLst>
              </p:cNvPr>
              <p:cNvSpPr/>
              <p:nvPr/>
            </p:nvSpPr>
            <p:spPr>
              <a:xfrm>
                <a:off x="9108570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7" name="Freeform: Shape 145">
                <a:extLst>
                  <a:ext uri="{FF2B5EF4-FFF2-40B4-BE49-F238E27FC236}">
                    <a16:creationId xmlns:a16="http://schemas.microsoft.com/office/drawing/2014/main" id="{05C89757-E599-FECF-2D50-5955585297AC}"/>
                  </a:ext>
                </a:extLst>
              </p:cNvPr>
              <p:cNvSpPr/>
              <p:nvPr/>
            </p:nvSpPr>
            <p:spPr>
              <a:xfrm>
                <a:off x="9348607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8" name="Freeform: Shape 146">
                <a:extLst>
                  <a:ext uri="{FF2B5EF4-FFF2-40B4-BE49-F238E27FC236}">
                    <a16:creationId xmlns:a16="http://schemas.microsoft.com/office/drawing/2014/main" id="{E1360129-27B1-BD79-C8AA-8F44DB5A3B33}"/>
                  </a:ext>
                </a:extLst>
              </p:cNvPr>
              <p:cNvSpPr/>
              <p:nvPr/>
            </p:nvSpPr>
            <p:spPr>
              <a:xfrm>
                <a:off x="9588518" y="214023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317 w 62839"/>
                  <a:gd name="connsiteY3" fmla="*/ 5088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650 h 62839"/>
                  <a:gd name="connsiteX7" fmla="*/ 57878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317" y="5088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650"/>
                    </a:lnTo>
                    <a:lnTo>
                      <a:pt x="57878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39" name="Freeform: Shape 147">
                <a:extLst>
                  <a:ext uri="{FF2B5EF4-FFF2-40B4-BE49-F238E27FC236}">
                    <a16:creationId xmlns:a16="http://schemas.microsoft.com/office/drawing/2014/main" id="{13DFD579-809B-8474-883A-4B55CDD32D9C}"/>
                  </a:ext>
                </a:extLst>
              </p:cNvPr>
              <p:cNvSpPr/>
              <p:nvPr/>
            </p:nvSpPr>
            <p:spPr>
              <a:xfrm>
                <a:off x="9828555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5088 h 62839"/>
                  <a:gd name="connsiteX3" fmla="*/ 54189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5088"/>
                    </a:lnTo>
                    <a:lnTo>
                      <a:pt x="54189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0" name="Freeform: Shape 148">
                <a:extLst>
                  <a:ext uri="{FF2B5EF4-FFF2-40B4-BE49-F238E27FC236}">
                    <a16:creationId xmlns:a16="http://schemas.microsoft.com/office/drawing/2014/main" id="{88EA25CE-7CB4-5194-ED47-61E059C6944B}"/>
                  </a:ext>
                </a:extLst>
              </p:cNvPr>
              <p:cNvSpPr/>
              <p:nvPr/>
            </p:nvSpPr>
            <p:spPr>
              <a:xfrm>
                <a:off x="10068592" y="214023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5088 h 62839"/>
                  <a:gd name="connsiteX3" fmla="*/ 54190 w 62839"/>
                  <a:gd name="connsiteY3" fmla="*/ 5088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650 h 62839"/>
                  <a:gd name="connsiteX7" fmla="*/ 57752 w 62839"/>
                  <a:gd name="connsiteY7" fmla="*/ 58133 h 62839"/>
                  <a:gd name="connsiteX8" fmla="*/ 62840 w 62839"/>
                  <a:gd name="connsiteY8" fmla="*/ 62712 h 62839"/>
                  <a:gd name="connsiteX9" fmla="*/ 62840 w 62839"/>
                  <a:gd name="connsiteY9" fmla="*/ 5088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5088"/>
                    </a:lnTo>
                    <a:lnTo>
                      <a:pt x="54190" y="5088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650"/>
                    </a:lnTo>
                    <a:lnTo>
                      <a:pt x="57752" y="58133"/>
                    </a:lnTo>
                    <a:lnTo>
                      <a:pt x="62840" y="62712"/>
                    </a:lnTo>
                    <a:lnTo>
                      <a:pt x="62840" y="5088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1" name="Freeform: Shape 149">
                <a:extLst>
                  <a:ext uri="{FF2B5EF4-FFF2-40B4-BE49-F238E27FC236}">
                    <a16:creationId xmlns:a16="http://schemas.microsoft.com/office/drawing/2014/main" id="{2D8D8CE6-E1B7-587A-847C-5941ACB9AC15}"/>
                  </a:ext>
                </a:extLst>
              </p:cNvPr>
              <p:cNvSpPr/>
              <p:nvPr/>
            </p:nvSpPr>
            <p:spPr>
              <a:xfrm>
                <a:off x="8868533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2" name="Freeform: Shape 150">
                <a:extLst>
                  <a:ext uri="{FF2B5EF4-FFF2-40B4-BE49-F238E27FC236}">
                    <a16:creationId xmlns:a16="http://schemas.microsoft.com/office/drawing/2014/main" id="{8BC5CBC6-9EE9-39D7-ED8F-07710A360E00}"/>
                  </a:ext>
                </a:extLst>
              </p:cNvPr>
              <p:cNvSpPr/>
              <p:nvPr/>
            </p:nvSpPr>
            <p:spPr>
              <a:xfrm>
                <a:off x="9108570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3" name="Freeform: Shape 151">
                <a:extLst>
                  <a:ext uri="{FF2B5EF4-FFF2-40B4-BE49-F238E27FC236}">
                    <a16:creationId xmlns:a16="http://schemas.microsoft.com/office/drawing/2014/main" id="{1B3D5177-AF08-AB1C-DC75-17BBB1F301EE}"/>
                  </a:ext>
                </a:extLst>
              </p:cNvPr>
              <p:cNvSpPr/>
              <p:nvPr/>
            </p:nvSpPr>
            <p:spPr>
              <a:xfrm>
                <a:off x="9348607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4" name="Freeform: Shape 152">
                <a:extLst>
                  <a:ext uri="{FF2B5EF4-FFF2-40B4-BE49-F238E27FC236}">
                    <a16:creationId xmlns:a16="http://schemas.microsoft.com/office/drawing/2014/main" id="{1A722BFE-03A6-890F-92C9-AABC3C35AF7A}"/>
                  </a:ext>
                </a:extLst>
              </p:cNvPr>
              <p:cNvSpPr/>
              <p:nvPr/>
            </p:nvSpPr>
            <p:spPr>
              <a:xfrm>
                <a:off x="9588518" y="449990"/>
                <a:ext cx="62839" cy="62839"/>
              </a:xfrm>
              <a:custGeom>
                <a:avLst/>
                <a:gdLst>
                  <a:gd name="connsiteX0" fmla="*/ 57878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317 w 62839"/>
                  <a:gd name="connsiteY3" fmla="*/ 4960 h 62839"/>
                  <a:gd name="connsiteX4" fmla="*/ 127 w 62839"/>
                  <a:gd name="connsiteY4" fmla="*/ 59278 h 62839"/>
                  <a:gd name="connsiteX5" fmla="*/ 3689 w 62839"/>
                  <a:gd name="connsiteY5" fmla="*/ 62840 h 62839"/>
                  <a:gd name="connsiteX6" fmla="*/ 57878 w 62839"/>
                  <a:gd name="connsiteY6" fmla="*/ 8523 h 62839"/>
                  <a:gd name="connsiteX7" fmla="*/ 57878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878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878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317" y="4960"/>
                    </a:lnTo>
                    <a:lnTo>
                      <a:pt x="127" y="59278"/>
                    </a:lnTo>
                    <a:lnTo>
                      <a:pt x="3689" y="62840"/>
                    </a:lnTo>
                    <a:lnTo>
                      <a:pt x="57878" y="8523"/>
                    </a:lnTo>
                    <a:lnTo>
                      <a:pt x="57878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878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5" name="Freeform: Shape 153">
                <a:extLst>
                  <a:ext uri="{FF2B5EF4-FFF2-40B4-BE49-F238E27FC236}">
                    <a16:creationId xmlns:a16="http://schemas.microsoft.com/office/drawing/2014/main" id="{78053181-E1FD-7EC5-8947-FB4A54AA7E58}"/>
                  </a:ext>
                </a:extLst>
              </p:cNvPr>
              <p:cNvSpPr/>
              <p:nvPr/>
            </p:nvSpPr>
            <p:spPr>
              <a:xfrm>
                <a:off x="9828555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5088 w 62839"/>
                  <a:gd name="connsiteY2" fmla="*/ 4960 h 62839"/>
                  <a:gd name="connsiteX3" fmla="*/ 54189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5088" y="4960"/>
                    </a:lnTo>
                    <a:lnTo>
                      <a:pt x="54189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6" name="Freeform: Shape 154">
                <a:extLst>
                  <a:ext uri="{FF2B5EF4-FFF2-40B4-BE49-F238E27FC236}">
                    <a16:creationId xmlns:a16="http://schemas.microsoft.com/office/drawing/2014/main" id="{9ED2E186-9CFC-81CF-7691-8085C576E840}"/>
                  </a:ext>
                </a:extLst>
              </p:cNvPr>
              <p:cNvSpPr/>
              <p:nvPr/>
            </p:nvSpPr>
            <p:spPr>
              <a:xfrm>
                <a:off x="10068592" y="449990"/>
                <a:ext cx="62839" cy="62839"/>
              </a:xfrm>
              <a:custGeom>
                <a:avLst/>
                <a:gdLst>
                  <a:gd name="connsiteX0" fmla="*/ 57752 w 62839"/>
                  <a:gd name="connsiteY0" fmla="*/ 0 h 62839"/>
                  <a:gd name="connsiteX1" fmla="*/ 0 w 62839"/>
                  <a:gd name="connsiteY1" fmla="*/ 0 h 62839"/>
                  <a:gd name="connsiteX2" fmla="*/ 4961 w 62839"/>
                  <a:gd name="connsiteY2" fmla="*/ 4960 h 62839"/>
                  <a:gd name="connsiteX3" fmla="*/ 54190 w 62839"/>
                  <a:gd name="connsiteY3" fmla="*/ 4960 h 62839"/>
                  <a:gd name="connsiteX4" fmla="*/ 0 w 62839"/>
                  <a:gd name="connsiteY4" fmla="*/ 59278 h 62839"/>
                  <a:gd name="connsiteX5" fmla="*/ 3562 w 62839"/>
                  <a:gd name="connsiteY5" fmla="*/ 62840 h 62839"/>
                  <a:gd name="connsiteX6" fmla="*/ 57752 w 62839"/>
                  <a:gd name="connsiteY6" fmla="*/ 8523 h 62839"/>
                  <a:gd name="connsiteX7" fmla="*/ 57752 w 62839"/>
                  <a:gd name="connsiteY7" fmla="*/ 58132 h 62839"/>
                  <a:gd name="connsiteX8" fmla="*/ 62840 w 62839"/>
                  <a:gd name="connsiteY8" fmla="*/ 62712 h 62839"/>
                  <a:gd name="connsiteX9" fmla="*/ 62840 w 62839"/>
                  <a:gd name="connsiteY9" fmla="*/ 4960 h 62839"/>
                  <a:gd name="connsiteX10" fmla="*/ 62840 w 62839"/>
                  <a:gd name="connsiteY10" fmla="*/ 0 h 62839"/>
                  <a:gd name="connsiteX11" fmla="*/ 57752 w 62839"/>
                  <a:gd name="connsiteY11" fmla="*/ 0 h 62839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839">
                    <a:moveTo>
                      <a:pt x="57752" y="0"/>
                    </a:moveTo>
                    <a:lnTo>
                      <a:pt x="0" y="0"/>
                    </a:lnTo>
                    <a:lnTo>
                      <a:pt x="4961" y="4960"/>
                    </a:lnTo>
                    <a:lnTo>
                      <a:pt x="54190" y="4960"/>
                    </a:lnTo>
                    <a:lnTo>
                      <a:pt x="0" y="59278"/>
                    </a:lnTo>
                    <a:lnTo>
                      <a:pt x="3562" y="62840"/>
                    </a:lnTo>
                    <a:lnTo>
                      <a:pt x="57752" y="8523"/>
                    </a:lnTo>
                    <a:lnTo>
                      <a:pt x="57752" y="58132"/>
                    </a:lnTo>
                    <a:lnTo>
                      <a:pt x="62840" y="62712"/>
                    </a:lnTo>
                    <a:lnTo>
                      <a:pt x="62840" y="4960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7" name="Freeform: Shape 155">
                <a:extLst>
                  <a:ext uri="{FF2B5EF4-FFF2-40B4-BE49-F238E27FC236}">
                    <a16:creationId xmlns:a16="http://schemas.microsoft.com/office/drawing/2014/main" id="{9EB89204-39A6-4131-F605-2828D960BF1C}"/>
                  </a:ext>
                </a:extLst>
              </p:cNvPr>
              <p:cNvSpPr/>
              <p:nvPr/>
            </p:nvSpPr>
            <p:spPr>
              <a:xfrm>
                <a:off x="8867133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8" name="Freeform: Shape 156">
                <a:extLst>
                  <a:ext uri="{FF2B5EF4-FFF2-40B4-BE49-F238E27FC236}">
                    <a16:creationId xmlns:a16="http://schemas.microsoft.com/office/drawing/2014/main" id="{4ADB8665-025E-D139-05C5-F5C3012D55AE}"/>
                  </a:ext>
                </a:extLst>
              </p:cNvPr>
              <p:cNvSpPr/>
              <p:nvPr/>
            </p:nvSpPr>
            <p:spPr>
              <a:xfrm>
                <a:off x="9107171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39 w 62839"/>
                  <a:gd name="connsiteY8" fmla="*/ 62713 h 62712"/>
                  <a:gd name="connsiteX9" fmla="*/ 62839 w 62839"/>
                  <a:gd name="connsiteY9" fmla="*/ 4961 h 62712"/>
                  <a:gd name="connsiteX10" fmla="*/ 62839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39" y="62713"/>
                    </a:lnTo>
                    <a:lnTo>
                      <a:pt x="62839" y="4961"/>
                    </a:lnTo>
                    <a:lnTo>
                      <a:pt x="62839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49" name="Freeform: Shape 157">
                <a:extLst>
                  <a:ext uri="{FF2B5EF4-FFF2-40B4-BE49-F238E27FC236}">
                    <a16:creationId xmlns:a16="http://schemas.microsoft.com/office/drawing/2014/main" id="{8131E12C-599B-E502-7A80-678C7CEC1ACD}"/>
                  </a:ext>
                </a:extLst>
              </p:cNvPr>
              <p:cNvSpPr/>
              <p:nvPr/>
            </p:nvSpPr>
            <p:spPr>
              <a:xfrm>
                <a:off x="9347208" y="-492224"/>
                <a:ext cx="62839" cy="62712"/>
              </a:xfrm>
              <a:custGeom>
                <a:avLst/>
                <a:gdLst>
                  <a:gd name="connsiteX0" fmla="*/ 57751 w 62839"/>
                  <a:gd name="connsiteY0" fmla="*/ 0 h 62712"/>
                  <a:gd name="connsiteX1" fmla="*/ 0 w 62839"/>
                  <a:gd name="connsiteY1" fmla="*/ 0 h 62712"/>
                  <a:gd name="connsiteX2" fmla="*/ 4961 w 62839"/>
                  <a:gd name="connsiteY2" fmla="*/ 4961 h 62712"/>
                  <a:gd name="connsiteX3" fmla="*/ 54189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1 w 62839"/>
                  <a:gd name="connsiteY6" fmla="*/ 8523 h 62712"/>
                  <a:gd name="connsiteX7" fmla="*/ 57751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1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1" y="0"/>
                    </a:moveTo>
                    <a:lnTo>
                      <a:pt x="0" y="0"/>
                    </a:lnTo>
                    <a:lnTo>
                      <a:pt x="4961" y="4961"/>
                    </a:lnTo>
                    <a:lnTo>
                      <a:pt x="54189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1" y="8523"/>
                    </a:lnTo>
                    <a:lnTo>
                      <a:pt x="57751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1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0" name="Freeform: Shape 158">
                <a:extLst>
                  <a:ext uri="{FF2B5EF4-FFF2-40B4-BE49-F238E27FC236}">
                    <a16:creationId xmlns:a16="http://schemas.microsoft.com/office/drawing/2014/main" id="{C0E3567B-CB0B-EB69-D811-09D763F85B60}"/>
                  </a:ext>
                </a:extLst>
              </p:cNvPr>
              <p:cNvSpPr/>
              <p:nvPr/>
            </p:nvSpPr>
            <p:spPr>
              <a:xfrm>
                <a:off x="9587118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8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8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1" name="Freeform: Shape 159">
                <a:extLst>
                  <a:ext uri="{FF2B5EF4-FFF2-40B4-BE49-F238E27FC236}">
                    <a16:creationId xmlns:a16="http://schemas.microsoft.com/office/drawing/2014/main" id="{6BFF59CA-0AB7-F3D3-766B-50E9FF642A78}"/>
                  </a:ext>
                </a:extLst>
              </p:cNvPr>
              <p:cNvSpPr/>
              <p:nvPr/>
            </p:nvSpPr>
            <p:spPr>
              <a:xfrm>
                <a:off x="9827155" y="-492224"/>
                <a:ext cx="62839" cy="62712"/>
              </a:xfrm>
              <a:custGeom>
                <a:avLst/>
                <a:gdLst>
                  <a:gd name="connsiteX0" fmla="*/ 57879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317 w 62839"/>
                  <a:gd name="connsiteY3" fmla="*/ 4961 h 62712"/>
                  <a:gd name="connsiteX4" fmla="*/ 127 w 62839"/>
                  <a:gd name="connsiteY4" fmla="*/ 59151 h 62712"/>
                  <a:gd name="connsiteX5" fmla="*/ 3689 w 62839"/>
                  <a:gd name="connsiteY5" fmla="*/ 62713 h 62712"/>
                  <a:gd name="connsiteX6" fmla="*/ 57879 w 62839"/>
                  <a:gd name="connsiteY6" fmla="*/ 8523 h 62712"/>
                  <a:gd name="connsiteX7" fmla="*/ 57879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879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879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317" y="4961"/>
                    </a:lnTo>
                    <a:lnTo>
                      <a:pt x="127" y="59151"/>
                    </a:lnTo>
                    <a:lnTo>
                      <a:pt x="3689" y="62713"/>
                    </a:lnTo>
                    <a:lnTo>
                      <a:pt x="57879" y="8523"/>
                    </a:lnTo>
                    <a:lnTo>
                      <a:pt x="57879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879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  <p:sp>
            <p:nvSpPr>
              <p:cNvPr id="252" name="Freeform: Shape 160">
                <a:extLst>
                  <a:ext uri="{FF2B5EF4-FFF2-40B4-BE49-F238E27FC236}">
                    <a16:creationId xmlns:a16="http://schemas.microsoft.com/office/drawing/2014/main" id="{CFF006CC-2504-600E-8C8D-061BF611536F}"/>
                  </a:ext>
                </a:extLst>
              </p:cNvPr>
              <p:cNvSpPr/>
              <p:nvPr/>
            </p:nvSpPr>
            <p:spPr>
              <a:xfrm>
                <a:off x="10067193" y="-492224"/>
                <a:ext cx="62839" cy="62712"/>
              </a:xfrm>
              <a:custGeom>
                <a:avLst/>
                <a:gdLst>
                  <a:gd name="connsiteX0" fmla="*/ 57752 w 62839"/>
                  <a:gd name="connsiteY0" fmla="*/ 0 h 62712"/>
                  <a:gd name="connsiteX1" fmla="*/ 0 w 62839"/>
                  <a:gd name="connsiteY1" fmla="*/ 0 h 62712"/>
                  <a:gd name="connsiteX2" fmla="*/ 5089 w 62839"/>
                  <a:gd name="connsiteY2" fmla="*/ 4961 h 62712"/>
                  <a:gd name="connsiteX3" fmla="*/ 54190 w 62839"/>
                  <a:gd name="connsiteY3" fmla="*/ 4961 h 62712"/>
                  <a:gd name="connsiteX4" fmla="*/ 0 w 62839"/>
                  <a:gd name="connsiteY4" fmla="*/ 59151 h 62712"/>
                  <a:gd name="connsiteX5" fmla="*/ 3562 w 62839"/>
                  <a:gd name="connsiteY5" fmla="*/ 62713 h 62712"/>
                  <a:gd name="connsiteX6" fmla="*/ 57752 w 62839"/>
                  <a:gd name="connsiteY6" fmla="*/ 8523 h 62712"/>
                  <a:gd name="connsiteX7" fmla="*/ 57752 w 62839"/>
                  <a:gd name="connsiteY7" fmla="*/ 58133 h 62712"/>
                  <a:gd name="connsiteX8" fmla="*/ 62840 w 62839"/>
                  <a:gd name="connsiteY8" fmla="*/ 62713 h 62712"/>
                  <a:gd name="connsiteX9" fmla="*/ 62840 w 62839"/>
                  <a:gd name="connsiteY9" fmla="*/ 4961 h 62712"/>
                  <a:gd name="connsiteX10" fmla="*/ 62840 w 62839"/>
                  <a:gd name="connsiteY10" fmla="*/ 0 h 62712"/>
                  <a:gd name="connsiteX11" fmla="*/ 57752 w 62839"/>
                  <a:gd name="connsiteY11" fmla="*/ 0 h 62712"/>
                </a:gdLst>
                <a:ahLst/>
                <a:cxnLst>
                  <a:cxn ang="0">
                    <a:pos x="connsiteX0" y="connsiteY0"/>
                  </a:cxn>
                  <a:cxn ang="0">
                    <a:pos x="connsiteX1" y="connsiteY1"/>
                  </a:cxn>
                  <a:cxn ang="0">
                    <a:pos x="connsiteX2" y="connsiteY2"/>
                  </a:cxn>
                  <a:cxn ang="0">
                    <a:pos x="connsiteX3" y="connsiteY3"/>
                  </a:cxn>
                  <a:cxn ang="0">
                    <a:pos x="connsiteX4" y="connsiteY4"/>
                  </a:cxn>
                  <a:cxn ang="0">
                    <a:pos x="connsiteX5" y="connsiteY5"/>
                  </a:cxn>
                  <a:cxn ang="0">
                    <a:pos x="connsiteX6" y="connsiteY6"/>
                  </a:cxn>
                  <a:cxn ang="0">
                    <a:pos x="connsiteX7" y="connsiteY7"/>
                  </a:cxn>
                  <a:cxn ang="0">
                    <a:pos x="connsiteX8" y="connsiteY8"/>
                  </a:cxn>
                  <a:cxn ang="0">
                    <a:pos x="connsiteX9" y="connsiteY9"/>
                  </a:cxn>
                  <a:cxn ang="0">
                    <a:pos x="connsiteX10" y="connsiteY10"/>
                  </a:cxn>
                  <a:cxn ang="0">
                    <a:pos x="connsiteX11" y="connsiteY11"/>
                  </a:cxn>
                </a:cxnLst>
                <a:rect l="l" t="t" r="r" b="b"/>
                <a:pathLst>
                  <a:path w="62839" h="62712">
                    <a:moveTo>
                      <a:pt x="57752" y="0"/>
                    </a:moveTo>
                    <a:lnTo>
                      <a:pt x="0" y="0"/>
                    </a:lnTo>
                    <a:lnTo>
                      <a:pt x="5089" y="4961"/>
                    </a:lnTo>
                    <a:lnTo>
                      <a:pt x="54190" y="4961"/>
                    </a:lnTo>
                    <a:lnTo>
                      <a:pt x="0" y="59151"/>
                    </a:lnTo>
                    <a:lnTo>
                      <a:pt x="3562" y="62713"/>
                    </a:lnTo>
                    <a:lnTo>
                      <a:pt x="57752" y="8523"/>
                    </a:lnTo>
                    <a:lnTo>
                      <a:pt x="57752" y="58133"/>
                    </a:lnTo>
                    <a:lnTo>
                      <a:pt x="62840" y="62713"/>
                    </a:lnTo>
                    <a:lnTo>
                      <a:pt x="62840" y="4961"/>
                    </a:lnTo>
                    <a:lnTo>
                      <a:pt x="62840" y="0"/>
                    </a:lnTo>
                    <a:lnTo>
                      <a:pt x="57752" y="0"/>
                    </a:lnTo>
                    <a:close/>
                  </a:path>
                </a:pathLst>
              </a:custGeom>
              <a:solidFill>
                <a:srgbClr val="E13D30"/>
              </a:solidFill>
              <a:ln w="12700" cap="flat">
                <a:noFill/>
                <a:prstDash val="solid"/>
                <a:miter/>
              </a:ln>
            </p:spPr>
            <p:txBody>
              <a:bodyPr rtlCol="0" anchor="ctr"/>
              <a:lstStyle/>
              <a:p>
                <a:endParaRPr lang="en-US" dirty="0"/>
              </a:p>
            </p:txBody>
          </p:sp>
        </p:grpSp>
        <p:grpSp>
          <p:nvGrpSpPr>
            <p:cNvPr id="197" name="Group 196">
              <a:extLst>
                <a:ext uri="{FF2B5EF4-FFF2-40B4-BE49-F238E27FC236}">
                  <a16:creationId xmlns:a16="http://schemas.microsoft.com/office/drawing/2014/main" id="{20FAEAC8-7633-C0ED-16D8-85DD90DB6BA7}"/>
                </a:ext>
              </a:extLst>
            </p:cNvPr>
            <p:cNvGrpSpPr/>
            <p:nvPr/>
          </p:nvGrpSpPr>
          <p:grpSpPr>
            <a:xfrm>
              <a:off x="10701084" y="5836321"/>
              <a:ext cx="1493520" cy="1021679"/>
              <a:chOff x="10698480" y="0"/>
              <a:chExt cx="1493520" cy="1021679"/>
            </a:xfrm>
          </p:grpSpPr>
          <p:sp>
            <p:nvSpPr>
              <p:cNvPr id="198" name="Rectangle 197">
                <a:extLst>
                  <a:ext uri="{FF2B5EF4-FFF2-40B4-BE49-F238E27FC236}">
                    <a16:creationId xmlns:a16="http://schemas.microsoft.com/office/drawing/2014/main" id="{EBCF0B54-351D-C38D-7663-135FEC1FF921}"/>
                  </a:ext>
                </a:extLst>
              </p:cNvPr>
              <p:cNvSpPr/>
              <p:nvPr/>
            </p:nvSpPr>
            <p:spPr>
              <a:xfrm>
                <a:off x="10698480" y="0"/>
                <a:ext cx="1493520" cy="1021679"/>
              </a:xfrm>
              <a:prstGeom prst="rect">
                <a:avLst/>
              </a:prstGeom>
              <a:no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grpSp>
            <p:nvGrpSpPr>
              <p:cNvPr id="199" name="Group 198">
                <a:extLst>
                  <a:ext uri="{FF2B5EF4-FFF2-40B4-BE49-F238E27FC236}">
                    <a16:creationId xmlns:a16="http://schemas.microsoft.com/office/drawing/2014/main" id="{AA008DC5-5FFA-3CA6-E50E-455ED3A807FA}"/>
                  </a:ext>
                </a:extLst>
              </p:cNvPr>
              <p:cNvGrpSpPr/>
              <p:nvPr/>
            </p:nvGrpSpPr>
            <p:grpSpPr>
              <a:xfrm>
                <a:off x="10787679" y="97530"/>
                <a:ext cx="1264298" cy="769086"/>
                <a:chOff x="8867133" y="-492224"/>
                <a:chExt cx="1264298" cy="769086"/>
              </a:xfrm>
            </p:grpSpPr>
            <p:sp>
              <p:nvSpPr>
                <p:cNvPr id="200" name="Freeform: Shape 131">
                  <a:extLst>
                    <a:ext uri="{FF2B5EF4-FFF2-40B4-BE49-F238E27FC236}">
                      <a16:creationId xmlns:a16="http://schemas.microsoft.com/office/drawing/2014/main" id="{614D64B0-A2BB-D2A1-7B26-719E2968FB78}"/>
                    </a:ext>
                  </a:extLst>
                </p:cNvPr>
                <p:cNvSpPr/>
                <p:nvPr/>
              </p:nvSpPr>
              <p:spPr>
                <a:xfrm>
                  <a:off x="8868533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1" name="Freeform: Shape 132">
                  <a:extLst>
                    <a:ext uri="{FF2B5EF4-FFF2-40B4-BE49-F238E27FC236}">
                      <a16:creationId xmlns:a16="http://schemas.microsoft.com/office/drawing/2014/main" id="{324D23FB-7C6E-2B25-2737-824F9C2827AA}"/>
                    </a:ext>
                  </a:extLst>
                </p:cNvPr>
                <p:cNvSpPr/>
                <p:nvPr/>
              </p:nvSpPr>
              <p:spPr>
                <a:xfrm>
                  <a:off x="9108570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2" name="Freeform: Shape 133">
                  <a:extLst>
                    <a:ext uri="{FF2B5EF4-FFF2-40B4-BE49-F238E27FC236}">
                      <a16:creationId xmlns:a16="http://schemas.microsoft.com/office/drawing/2014/main" id="{291001BA-A2AD-02D8-95F8-1AFD49B52004}"/>
                    </a:ext>
                  </a:extLst>
                </p:cNvPr>
                <p:cNvSpPr/>
                <p:nvPr/>
              </p:nvSpPr>
              <p:spPr>
                <a:xfrm>
                  <a:off x="9348607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3" name="Freeform: Shape 134">
                  <a:extLst>
                    <a:ext uri="{FF2B5EF4-FFF2-40B4-BE49-F238E27FC236}">
                      <a16:creationId xmlns:a16="http://schemas.microsoft.com/office/drawing/2014/main" id="{95E36737-AF0F-ADF0-EC67-4A0287AEF073}"/>
                    </a:ext>
                  </a:extLst>
                </p:cNvPr>
                <p:cNvSpPr/>
                <p:nvPr/>
              </p:nvSpPr>
              <p:spPr>
                <a:xfrm>
                  <a:off x="9588518" y="-257783"/>
                  <a:ext cx="62839" cy="62712"/>
                </a:xfrm>
                <a:custGeom>
                  <a:avLst/>
                  <a:gdLst>
                    <a:gd name="connsiteX0" fmla="*/ 57878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2 h 62712"/>
                    <a:gd name="connsiteX6" fmla="*/ 57878 w 62839"/>
                    <a:gd name="connsiteY6" fmla="*/ 8523 h 62712"/>
                    <a:gd name="connsiteX7" fmla="*/ 57878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8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2"/>
                      </a:lnTo>
                      <a:lnTo>
                        <a:pt x="57878" y="8523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4" name="Freeform: Shape 135">
                  <a:extLst>
                    <a:ext uri="{FF2B5EF4-FFF2-40B4-BE49-F238E27FC236}">
                      <a16:creationId xmlns:a16="http://schemas.microsoft.com/office/drawing/2014/main" id="{9006DC27-8FCF-44EE-A555-031F1AB45970}"/>
                    </a:ext>
                  </a:extLst>
                </p:cNvPr>
                <p:cNvSpPr/>
                <p:nvPr/>
              </p:nvSpPr>
              <p:spPr>
                <a:xfrm>
                  <a:off x="9828555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5" name="Freeform: Shape 136">
                  <a:extLst>
                    <a:ext uri="{FF2B5EF4-FFF2-40B4-BE49-F238E27FC236}">
                      <a16:creationId xmlns:a16="http://schemas.microsoft.com/office/drawing/2014/main" id="{DDF25CA9-EE35-7569-A3D5-3C55FEF10432}"/>
                    </a:ext>
                  </a:extLst>
                </p:cNvPr>
                <p:cNvSpPr/>
                <p:nvPr/>
              </p:nvSpPr>
              <p:spPr>
                <a:xfrm>
                  <a:off x="10068592" y="-257783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2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2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2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6" name="Freeform: Shape 137">
                  <a:extLst>
                    <a:ext uri="{FF2B5EF4-FFF2-40B4-BE49-F238E27FC236}">
                      <a16:creationId xmlns:a16="http://schemas.microsoft.com/office/drawing/2014/main" id="{E79EEFAE-90A4-0F6A-627E-57F7B43CFA26}"/>
                    </a:ext>
                  </a:extLst>
                </p:cNvPr>
                <p:cNvSpPr/>
                <p:nvPr/>
              </p:nvSpPr>
              <p:spPr>
                <a:xfrm>
                  <a:off x="8868533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7" name="Freeform: Shape 138">
                  <a:extLst>
                    <a:ext uri="{FF2B5EF4-FFF2-40B4-BE49-F238E27FC236}">
                      <a16:creationId xmlns:a16="http://schemas.microsoft.com/office/drawing/2014/main" id="{877D0A70-5296-AF0A-A358-0EC98CD2AD16}"/>
                    </a:ext>
                  </a:extLst>
                </p:cNvPr>
                <p:cNvSpPr/>
                <p:nvPr/>
              </p:nvSpPr>
              <p:spPr>
                <a:xfrm>
                  <a:off x="9108570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8" name="Freeform: Shape 139">
                  <a:extLst>
                    <a:ext uri="{FF2B5EF4-FFF2-40B4-BE49-F238E27FC236}">
                      <a16:creationId xmlns:a16="http://schemas.microsoft.com/office/drawing/2014/main" id="{A4254E57-33F3-3BAD-FF68-22B91BE861EF}"/>
                    </a:ext>
                  </a:extLst>
                </p:cNvPr>
                <p:cNvSpPr/>
                <p:nvPr/>
              </p:nvSpPr>
              <p:spPr>
                <a:xfrm>
                  <a:off x="9348607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09" name="Freeform: Shape 140">
                  <a:extLst>
                    <a:ext uri="{FF2B5EF4-FFF2-40B4-BE49-F238E27FC236}">
                      <a16:creationId xmlns:a16="http://schemas.microsoft.com/office/drawing/2014/main" id="{94B6A35E-F6A5-0526-3F52-2DBC259D906E}"/>
                    </a:ext>
                  </a:extLst>
                </p:cNvPr>
                <p:cNvSpPr/>
                <p:nvPr/>
              </p:nvSpPr>
              <p:spPr>
                <a:xfrm>
                  <a:off x="9588518" y="-21944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317 w 62839"/>
                    <a:gd name="connsiteY3" fmla="*/ 5089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317" y="5089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0" name="Freeform: Shape 141">
                  <a:extLst>
                    <a:ext uri="{FF2B5EF4-FFF2-40B4-BE49-F238E27FC236}">
                      <a16:creationId xmlns:a16="http://schemas.microsoft.com/office/drawing/2014/main" id="{110BD815-9C88-3C27-3EFA-5D4E89D776D1}"/>
                    </a:ext>
                  </a:extLst>
                </p:cNvPr>
                <p:cNvSpPr/>
                <p:nvPr/>
              </p:nvSpPr>
              <p:spPr>
                <a:xfrm>
                  <a:off x="9828555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9 h 62839"/>
                    <a:gd name="connsiteX3" fmla="*/ 54189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9"/>
                      </a:lnTo>
                      <a:lnTo>
                        <a:pt x="54189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1" name="Freeform: Shape 142">
                  <a:extLst>
                    <a:ext uri="{FF2B5EF4-FFF2-40B4-BE49-F238E27FC236}">
                      <a16:creationId xmlns:a16="http://schemas.microsoft.com/office/drawing/2014/main" id="{4F9E96E1-8F79-42DD-3D00-2076779EAE38}"/>
                    </a:ext>
                  </a:extLst>
                </p:cNvPr>
                <p:cNvSpPr/>
                <p:nvPr/>
              </p:nvSpPr>
              <p:spPr>
                <a:xfrm>
                  <a:off x="10068592" y="-21944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9 h 62839"/>
                    <a:gd name="connsiteX3" fmla="*/ 54190 w 62839"/>
                    <a:gd name="connsiteY3" fmla="*/ 5089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3 h 62839"/>
                    <a:gd name="connsiteX9" fmla="*/ 62840 w 62839"/>
                    <a:gd name="connsiteY9" fmla="*/ 5089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9"/>
                      </a:lnTo>
                      <a:lnTo>
                        <a:pt x="54190" y="5089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5089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2" name="Freeform: Shape 143">
                  <a:extLst>
                    <a:ext uri="{FF2B5EF4-FFF2-40B4-BE49-F238E27FC236}">
                      <a16:creationId xmlns:a16="http://schemas.microsoft.com/office/drawing/2014/main" id="{E4DA058D-277D-CDF6-04B1-63B3BD9C9A0A}"/>
                    </a:ext>
                  </a:extLst>
                </p:cNvPr>
                <p:cNvSpPr/>
                <p:nvPr/>
              </p:nvSpPr>
              <p:spPr>
                <a:xfrm>
                  <a:off x="8868533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3" name="Freeform: Shape 144">
                  <a:extLst>
                    <a:ext uri="{FF2B5EF4-FFF2-40B4-BE49-F238E27FC236}">
                      <a16:creationId xmlns:a16="http://schemas.microsoft.com/office/drawing/2014/main" id="{6F10E194-1BD8-3EDC-7EE8-7E8405DF57D5}"/>
                    </a:ext>
                  </a:extLst>
                </p:cNvPr>
                <p:cNvSpPr/>
                <p:nvPr/>
              </p:nvSpPr>
              <p:spPr>
                <a:xfrm>
                  <a:off x="9108570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4" name="Freeform: Shape 145">
                  <a:extLst>
                    <a:ext uri="{FF2B5EF4-FFF2-40B4-BE49-F238E27FC236}">
                      <a16:creationId xmlns:a16="http://schemas.microsoft.com/office/drawing/2014/main" id="{29D06D89-63A6-FE9F-3E58-F2D4B46839EF}"/>
                    </a:ext>
                  </a:extLst>
                </p:cNvPr>
                <p:cNvSpPr/>
                <p:nvPr/>
              </p:nvSpPr>
              <p:spPr>
                <a:xfrm>
                  <a:off x="9348607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4961 w 62839"/>
                    <a:gd name="connsiteY2" fmla="*/ 5088 h 62839"/>
                    <a:gd name="connsiteX3" fmla="*/ 54190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4961" y="5088"/>
                      </a:lnTo>
                      <a:lnTo>
                        <a:pt x="54190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5" name="Freeform: Shape 146">
                  <a:extLst>
                    <a:ext uri="{FF2B5EF4-FFF2-40B4-BE49-F238E27FC236}">
                      <a16:creationId xmlns:a16="http://schemas.microsoft.com/office/drawing/2014/main" id="{32051BFF-00A7-EA0F-73E4-61C59544F79F}"/>
                    </a:ext>
                  </a:extLst>
                </p:cNvPr>
                <p:cNvSpPr/>
                <p:nvPr/>
              </p:nvSpPr>
              <p:spPr>
                <a:xfrm>
                  <a:off x="9588518" y="214023"/>
                  <a:ext cx="62839" cy="62839"/>
                </a:xfrm>
                <a:custGeom>
                  <a:avLst/>
                  <a:gdLst>
                    <a:gd name="connsiteX0" fmla="*/ 57878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317 w 62839"/>
                    <a:gd name="connsiteY3" fmla="*/ 5088 h 62839"/>
                    <a:gd name="connsiteX4" fmla="*/ 127 w 62839"/>
                    <a:gd name="connsiteY4" fmla="*/ 59278 h 62839"/>
                    <a:gd name="connsiteX5" fmla="*/ 3689 w 62839"/>
                    <a:gd name="connsiteY5" fmla="*/ 62840 h 62839"/>
                    <a:gd name="connsiteX6" fmla="*/ 57878 w 62839"/>
                    <a:gd name="connsiteY6" fmla="*/ 8650 h 62839"/>
                    <a:gd name="connsiteX7" fmla="*/ 57878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878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878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317" y="5088"/>
                      </a:lnTo>
                      <a:lnTo>
                        <a:pt x="127" y="59278"/>
                      </a:lnTo>
                      <a:lnTo>
                        <a:pt x="3689" y="62840"/>
                      </a:lnTo>
                      <a:lnTo>
                        <a:pt x="57878" y="8650"/>
                      </a:lnTo>
                      <a:lnTo>
                        <a:pt x="57878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878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6" name="Freeform: Shape 147">
                  <a:extLst>
                    <a:ext uri="{FF2B5EF4-FFF2-40B4-BE49-F238E27FC236}">
                      <a16:creationId xmlns:a16="http://schemas.microsoft.com/office/drawing/2014/main" id="{9B9F7A47-A865-B219-73AD-8FA60BD49DCC}"/>
                    </a:ext>
                  </a:extLst>
                </p:cNvPr>
                <p:cNvSpPr/>
                <p:nvPr/>
              </p:nvSpPr>
              <p:spPr>
                <a:xfrm>
                  <a:off x="9828555" y="214023"/>
                  <a:ext cx="62839" cy="62839"/>
                </a:xfrm>
                <a:custGeom>
                  <a:avLst/>
                  <a:gdLst>
                    <a:gd name="connsiteX0" fmla="*/ 57752 w 62839"/>
                    <a:gd name="connsiteY0" fmla="*/ 0 h 62839"/>
                    <a:gd name="connsiteX1" fmla="*/ 0 w 62839"/>
                    <a:gd name="connsiteY1" fmla="*/ 0 h 62839"/>
                    <a:gd name="connsiteX2" fmla="*/ 5088 w 62839"/>
                    <a:gd name="connsiteY2" fmla="*/ 5088 h 62839"/>
                    <a:gd name="connsiteX3" fmla="*/ 54189 w 62839"/>
                    <a:gd name="connsiteY3" fmla="*/ 5088 h 62839"/>
                    <a:gd name="connsiteX4" fmla="*/ 0 w 62839"/>
                    <a:gd name="connsiteY4" fmla="*/ 59278 h 62839"/>
                    <a:gd name="connsiteX5" fmla="*/ 3562 w 62839"/>
                    <a:gd name="connsiteY5" fmla="*/ 62840 h 62839"/>
                    <a:gd name="connsiteX6" fmla="*/ 57752 w 62839"/>
                    <a:gd name="connsiteY6" fmla="*/ 8650 h 62839"/>
                    <a:gd name="connsiteX7" fmla="*/ 57752 w 62839"/>
                    <a:gd name="connsiteY7" fmla="*/ 58133 h 62839"/>
                    <a:gd name="connsiteX8" fmla="*/ 62840 w 62839"/>
                    <a:gd name="connsiteY8" fmla="*/ 62712 h 62839"/>
                    <a:gd name="connsiteX9" fmla="*/ 62840 w 62839"/>
                    <a:gd name="connsiteY9" fmla="*/ 5088 h 62839"/>
                    <a:gd name="connsiteX10" fmla="*/ 62840 w 62839"/>
                    <a:gd name="connsiteY10" fmla="*/ 0 h 62839"/>
                    <a:gd name="connsiteX11" fmla="*/ 57752 w 62839"/>
                    <a:gd name="connsiteY11" fmla="*/ 0 h 62839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839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8" y="5088"/>
                      </a:lnTo>
                      <a:lnTo>
                        <a:pt x="54189" y="5088"/>
                      </a:lnTo>
                      <a:lnTo>
                        <a:pt x="0" y="59278"/>
                      </a:lnTo>
                      <a:lnTo>
                        <a:pt x="3562" y="62840"/>
                      </a:lnTo>
                      <a:lnTo>
                        <a:pt x="57752" y="8650"/>
                      </a:lnTo>
                      <a:lnTo>
                        <a:pt x="57752" y="58133"/>
                      </a:lnTo>
                      <a:lnTo>
                        <a:pt x="62840" y="62712"/>
                      </a:lnTo>
                      <a:lnTo>
                        <a:pt x="62840" y="5088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7" name="Freeform: Shape 155">
                  <a:extLst>
                    <a:ext uri="{FF2B5EF4-FFF2-40B4-BE49-F238E27FC236}">
                      <a16:creationId xmlns:a16="http://schemas.microsoft.com/office/drawing/2014/main" id="{B529A8E0-4EBA-B745-FF64-0C7EB1DAAB0B}"/>
                    </a:ext>
                  </a:extLst>
                </p:cNvPr>
                <p:cNvSpPr/>
                <p:nvPr/>
              </p:nvSpPr>
              <p:spPr>
                <a:xfrm>
                  <a:off x="8867133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8" name="Freeform: Shape 156">
                  <a:extLst>
                    <a:ext uri="{FF2B5EF4-FFF2-40B4-BE49-F238E27FC236}">
                      <a16:creationId xmlns:a16="http://schemas.microsoft.com/office/drawing/2014/main" id="{D732A7E1-68DA-2E1E-96AF-14C8FA7FE6FA}"/>
                    </a:ext>
                  </a:extLst>
                </p:cNvPr>
                <p:cNvSpPr/>
                <p:nvPr/>
              </p:nvSpPr>
              <p:spPr>
                <a:xfrm>
                  <a:off x="9107171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39 w 62839"/>
                    <a:gd name="connsiteY8" fmla="*/ 62713 h 62712"/>
                    <a:gd name="connsiteX9" fmla="*/ 62839 w 62839"/>
                    <a:gd name="connsiteY9" fmla="*/ 4961 h 62712"/>
                    <a:gd name="connsiteX10" fmla="*/ 62839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39" y="62713"/>
                      </a:lnTo>
                      <a:lnTo>
                        <a:pt x="62839" y="4961"/>
                      </a:lnTo>
                      <a:lnTo>
                        <a:pt x="62839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19" name="Freeform: Shape 157">
                  <a:extLst>
                    <a:ext uri="{FF2B5EF4-FFF2-40B4-BE49-F238E27FC236}">
                      <a16:creationId xmlns:a16="http://schemas.microsoft.com/office/drawing/2014/main" id="{636C6756-93AE-738D-2BDB-946C87602CBD}"/>
                    </a:ext>
                  </a:extLst>
                </p:cNvPr>
                <p:cNvSpPr/>
                <p:nvPr/>
              </p:nvSpPr>
              <p:spPr>
                <a:xfrm>
                  <a:off x="9347208" y="-492224"/>
                  <a:ext cx="62839" cy="62712"/>
                </a:xfrm>
                <a:custGeom>
                  <a:avLst/>
                  <a:gdLst>
                    <a:gd name="connsiteX0" fmla="*/ 57751 w 62839"/>
                    <a:gd name="connsiteY0" fmla="*/ 0 h 62712"/>
                    <a:gd name="connsiteX1" fmla="*/ 0 w 62839"/>
                    <a:gd name="connsiteY1" fmla="*/ 0 h 62712"/>
                    <a:gd name="connsiteX2" fmla="*/ 4961 w 62839"/>
                    <a:gd name="connsiteY2" fmla="*/ 4961 h 62712"/>
                    <a:gd name="connsiteX3" fmla="*/ 54189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1 w 62839"/>
                    <a:gd name="connsiteY6" fmla="*/ 8523 h 62712"/>
                    <a:gd name="connsiteX7" fmla="*/ 57751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1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1" y="0"/>
                      </a:moveTo>
                      <a:lnTo>
                        <a:pt x="0" y="0"/>
                      </a:lnTo>
                      <a:lnTo>
                        <a:pt x="4961" y="4961"/>
                      </a:lnTo>
                      <a:lnTo>
                        <a:pt x="54189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1" y="8523"/>
                      </a:lnTo>
                      <a:lnTo>
                        <a:pt x="57751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1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0" name="Freeform: Shape 158">
                  <a:extLst>
                    <a:ext uri="{FF2B5EF4-FFF2-40B4-BE49-F238E27FC236}">
                      <a16:creationId xmlns:a16="http://schemas.microsoft.com/office/drawing/2014/main" id="{9FB60ACC-4591-B6D6-CEA9-4A460BE73A10}"/>
                    </a:ext>
                  </a:extLst>
                </p:cNvPr>
                <p:cNvSpPr/>
                <p:nvPr/>
              </p:nvSpPr>
              <p:spPr>
                <a:xfrm>
                  <a:off x="9587118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8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8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1" name="Freeform: Shape 159">
                  <a:extLst>
                    <a:ext uri="{FF2B5EF4-FFF2-40B4-BE49-F238E27FC236}">
                      <a16:creationId xmlns:a16="http://schemas.microsoft.com/office/drawing/2014/main" id="{EB34CB89-D635-0812-1F6D-50E856B38781}"/>
                    </a:ext>
                  </a:extLst>
                </p:cNvPr>
                <p:cNvSpPr/>
                <p:nvPr/>
              </p:nvSpPr>
              <p:spPr>
                <a:xfrm>
                  <a:off x="9827155" y="-492224"/>
                  <a:ext cx="62839" cy="62712"/>
                </a:xfrm>
                <a:custGeom>
                  <a:avLst/>
                  <a:gdLst>
                    <a:gd name="connsiteX0" fmla="*/ 57879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317 w 62839"/>
                    <a:gd name="connsiteY3" fmla="*/ 4961 h 62712"/>
                    <a:gd name="connsiteX4" fmla="*/ 127 w 62839"/>
                    <a:gd name="connsiteY4" fmla="*/ 59151 h 62712"/>
                    <a:gd name="connsiteX5" fmla="*/ 3689 w 62839"/>
                    <a:gd name="connsiteY5" fmla="*/ 62713 h 62712"/>
                    <a:gd name="connsiteX6" fmla="*/ 57879 w 62839"/>
                    <a:gd name="connsiteY6" fmla="*/ 8523 h 62712"/>
                    <a:gd name="connsiteX7" fmla="*/ 57879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879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879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317" y="4961"/>
                      </a:lnTo>
                      <a:lnTo>
                        <a:pt x="127" y="59151"/>
                      </a:lnTo>
                      <a:lnTo>
                        <a:pt x="3689" y="62713"/>
                      </a:lnTo>
                      <a:lnTo>
                        <a:pt x="57879" y="8523"/>
                      </a:lnTo>
                      <a:lnTo>
                        <a:pt x="57879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879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  <p:sp>
              <p:nvSpPr>
                <p:cNvPr id="222" name="Freeform: Shape 160">
                  <a:extLst>
                    <a:ext uri="{FF2B5EF4-FFF2-40B4-BE49-F238E27FC236}">
                      <a16:creationId xmlns:a16="http://schemas.microsoft.com/office/drawing/2014/main" id="{ED8CA160-B795-D671-8597-3F60E34FAA0B}"/>
                    </a:ext>
                  </a:extLst>
                </p:cNvPr>
                <p:cNvSpPr/>
                <p:nvPr/>
              </p:nvSpPr>
              <p:spPr>
                <a:xfrm>
                  <a:off x="10067193" y="-492224"/>
                  <a:ext cx="62839" cy="62712"/>
                </a:xfrm>
                <a:custGeom>
                  <a:avLst/>
                  <a:gdLst>
                    <a:gd name="connsiteX0" fmla="*/ 57752 w 62839"/>
                    <a:gd name="connsiteY0" fmla="*/ 0 h 62712"/>
                    <a:gd name="connsiteX1" fmla="*/ 0 w 62839"/>
                    <a:gd name="connsiteY1" fmla="*/ 0 h 62712"/>
                    <a:gd name="connsiteX2" fmla="*/ 5089 w 62839"/>
                    <a:gd name="connsiteY2" fmla="*/ 4961 h 62712"/>
                    <a:gd name="connsiteX3" fmla="*/ 54190 w 62839"/>
                    <a:gd name="connsiteY3" fmla="*/ 4961 h 62712"/>
                    <a:gd name="connsiteX4" fmla="*/ 0 w 62839"/>
                    <a:gd name="connsiteY4" fmla="*/ 59151 h 62712"/>
                    <a:gd name="connsiteX5" fmla="*/ 3562 w 62839"/>
                    <a:gd name="connsiteY5" fmla="*/ 62713 h 62712"/>
                    <a:gd name="connsiteX6" fmla="*/ 57752 w 62839"/>
                    <a:gd name="connsiteY6" fmla="*/ 8523 h 62712"/>
                    <a:gd name="connsiteX7" fmla="*/ 57752 w 62839"/>
                    <a:gd name="connsiteY7" fmla="*/ 58133 h 62712"/>
                    <a:gd name="connsiteX8" fmla="*/ 62840 w 62839"/>
                    <a:gd name="connsiteY8" fmla="*/ 62713 h 62712"/>
                    <a:gd name="connsiteX9" fmla="*/ 62840 w 62839"/>
                    <a:gd name="connsiteY9" fmla="*/ 4961 h 62712"/>
                    <a:gd name="connsiteX10" fmla="*/ 62840 w 62839"/>
                    <a:gd name="connsiteY10" fmla="*/ 0 h 62712"/>
                    <a:gd name="connsiteX11" fmla="*/ 57752 w 62839"/>
                    <a:gd name="connsiteY11" fmla="*/ 0 h 62712"/>
                  </a:gdLst>
                  <a:ahLst/>
                  <a:cxnLst>
                    <a:cxn ang="0">
                      <a:pos x="connsiteX0" y="connsiteY0"/>
                    </a:cxn>
                    <a:cxn ang="0">
                      <a:pos x="connsiteX1" y="connsiteY1"/>
                    </a:cxn>
                    <a:cxn ang="0">
                      <a:pos x="connsiteX2" y="connsiteY2"/>
                    </a:cxn>
                    <a:cxn ang="0">
                      <a:pos x="connsiteX3" y="connsiteY3"/>
                    </a:cxn>
                    <a:cxn ang="0">
                      <a:pos x="connsiteX4" y="connsiteY4"/>
                    </a:cxn>
                    <a:cxn ang="0">
                      <a:pos x="connsiteX5" y="connsiteY5"/>
                    </a:cxn>
                    <a:cxn ang="0">
                      <a:pos x="connsiteX6" y="connsiteY6"/>
                    </a:cxn>
                    <a:cxn ang="0">
                      <a:pos x="connsiteX7" y="connsiteY7"/>
                    </a:cxn>
                    <a:cxn ang="0">
                      <a:pos x="connsiteX8" y="connsiteY8"/>
                    </a:cxn>
                    <a:cxn ang="0">
                      <a:pos x="connsiteX9" y="connsiteY9"/>
                    </a:cxn>
                    <a:cxn ang="0">
                      <a:pos x="connsiteX10" y="connsiteY10"/>
                    </a:cxn>
                    <a:cxn ang="0">
                      <a:pos x="connsiteX11" y="connsiteY11"/>
                    </a:cxn>
                  </a:cxnLst>
                  <a:rect l="l" t="t" r="r" b="b"/>
                  <a:pathLst>
                    <a:path w="62839" h="62712">
                      <a:moveTo>
                        <a:pt x="57752" y="0"/>
                      </a:moveTo>
                      <a:lnTo>
                        <a:pt x="0" y="0"/>
                      </a:lnTo>
                      <a:lnTo>
                        <a:pt x="5089" y="4961"/>
                      </a:lnTo>
                      <a:lnTo>
                        <a:pt x="54190" y="4961"/>
                      </a:lnTo>
                      <a:lnTo>
                        <a:pt x="0" y="59151"/>
                      </a:lnTo>
                      <a:lnTo>
                        <a:pt x="3562" y="62713"/>
                      </a:lnTo>
                      <a:lnTo>
                        <a:pt x="57752" y="8523"/>
                      </a:lnTo>
                      <a:lnTo>
                        <a:pt x="57752" y="58133"/>
                      </a:lnTo>
                      <a:lnTo>
                        <a:pt x="62840" y="62713"/>
                      </a:lnTo>
                      <a:lnTo>
                        <a:pt x="62840" y="4961"/>
                      </a:lnTo>
                      <a:lnTo>
                        <a:pt x="62840" y="0"/>
                      </a:lnTo>
                      <a:lnTo>
                        <a:pt x="57752" y="0"/>
                      </a:lnTo>
                      <a:close/>
                    </a:path>
                  </a:pathLst>
                </a:custGeom>
                <a:solidFill>
                  <a:srgbClr val="E13D30"/>
                </a:solidFill>
                <a:ln w="12700" cap="flat">
                  <a:noFill/>
                  <a:prstDash val="solid"/>
                  <a:miter/>
                </a:ln>
              </p:spPr>
              <p:txBody>
                <a:bodyPr rtlCol="0" anchor="ctr"/>
                <a:lstStyle/>
                <a:p>
                  <a:endParaRPr lang="en-US" dirty="0"/>
                </a:p>
              </p:txBody>
            </p:sp>
          </p:grpSp>
        </p:grp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3570" y="841375"/>
            <a:ext cx="900913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57220" y="2371725"/>
            <a:ext cx="900913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8261C074-AB37-CCDE-F163-6D2E19F39E3E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CFA683F9-B148-BFF0-885A-B4D06A388CDB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358E0B2B-8141-B7D0-CD16-409DB69A999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76379733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Picture Left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2787286926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Picture Left Content Blu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038850" y="2295525"/>
            <a:ext cx="4006850" cy="372110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itle 1">
            <a:extLst>
              <a:ext uri="{FF2B5EF4-FFF2-40B4-BE49-F238E27FC236}">
                <a16:creationId xmlns:a16="http://schemas.microsoft.com/office/drawing/2014/main" id="{905ACB0B-83D6-2B04-8AC5-4F89119F91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5600" y="841375"/>
            <a:ext cx="8547100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088580309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7864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52802540-9D17-2CC9-FBE9-CFED3230EE4F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05356E6B-0EA2-F6E9-AF30-A3A66A25F2BD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05273685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white/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1"/>
                </a:solidFill>
                <a:latin typeface="Outfit Light" pitchFamily="2" charset="0"/>
              </a:defRPr>
            </a:lvl1pPr>
          </a:lstStyle>
          <a:p>
            <a:r>
              <a:rPr lang="en-US" dirty="0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3768725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BB43FACA-FBC2-0633-CE89-84238C1DAAC3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F33B0035-E6A3-AD30-2EF3-23D401CF2E9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8108240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5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9006010" cy="2568137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3"/>
            <a:ext cx="8993309" cy="1327112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45634395-AFB9-1964-945B-EAB79638442D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6F8408E-8DC5-BC4F-218E-F4A49E63081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05761420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4702368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3500" b="0" i="0">
                <a:solidFill>
                  <a:schemeClr val="accent4"/>
                </a:solidFill>
                <a:latin typeface="Outfit Light" pitchFamily="2" charset="0"/>
              </a:defRPr>
            </a:lvl1pPr>
          </a:lstStyle>
          <a:p>
            <a:r>
              <a:rPr lang="en-US"/>
              <a:t>future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D0759E58-D4C4-80AF-82BA-1904B3D31D3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6"/>
            <a:ext cx="9006010" cy="2452522"/>
          </a:xfrm>
        </p:spPr>
        <p:txBody>
          <a:bodyPr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8993309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bg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E29E37D8-5073-8420-E497-7D71636ABDB7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AF93878B-70D6-3441-AFD9-B2506613940C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431031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2000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 sz="1800"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 sz="1600"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 sz="1400"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19" name="Freeform: Shape 18">
            <a:extLst>
              <a:ext uri="{FF2B5EF4-FFF2-40B4-BE49-F238E27FC236}">
                <a16:creationId xmlns:a16="http://schemas.microsoft.com/office/drawing/2014/main" id="{6B61184C-B93E-ECFD-8108-B0FDA2FECBC8}"/>
              </a:ext>
            </a:extLst>
          </p:cNvPr>
          <p:cNvSpPr/>
          <p:nvPr userDrawn="1"/>
        </p:nvSpPr>
        <p:spPr>
          <a:xfrm>
            <a:off x="11411458" y="508"/>
            <a:ext cx="12700" cy="6858000"/>
          </a:xfrm>
          <a:custGeom>
            <a:avLst/>
            <a:gdLst>
              <a:gd name="connsiteX0" fmla="*/ 0 w 12700"/>
              <a:gd name="connsiteY0" fmla="*/ 0 h 6858000"/>
              <a:gd name="connsiteX1" fmla="*/ 0 w 12700"/>
              <a:gd name="connsiteY1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</a:cxnLst>
            <a:rect l="l" t="t" r="r" b="b"/>
            <a:pathLst>
              <a:path w="12700" h="6858000">
                <a:moveTo>
                  <a:pt x="0" y="0"/>
                </a:moveTo>
                <a:lnTo>
                  <a:pt x="0" y="6858000"/>
                </a:lnTo>
              </a:path>
            </a:pathLst>
          </a:custGeom>
          <a:ln w="3174" cap="flat">
            <a:solidFill>
              <a:schemeClr val="bg1"/>
            </a:solidFill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7" name="Content Placeholder 2">
            <a:extLst>
              <a:ext uri="{FF2B5EF4-FFF2-40B4-BE49-F238E27FC236}">
                <a16:creationId xmlns:a16="http://schemas.microsoft.com/office/drawing/2014/main" id="{087513A7-C127-FBA9-2411-6DACB506A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9B555C45-BF68-6D27-B96D-DE13828713FA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14741187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- Image - platinu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>
            <a:extLst>
              <a:ext uri="{FF2B5EF4-FFF2-40B4-BE49-F238E27FC236}">
                <a16:creationId xmlns:a16="http://schemas.microsoft.com/office/drawing/2014/main" id="{7A1A1523-308A-20BA-325B-DCC6C201399A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0340" y="841375"/>
            <a:ext cx="5919909" cy="1325563"/>
          </a:xfrm>
        </p:spPr>
        <p:txBody>
          <a:bodyPr/>
          <a:lstStyle>
            <a:lvl1pPr>
              <a:defRPr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160340" y="2371725"/>
            <a:ext cx="5907210" cy="376872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6FC539C-1B87-F249-E2CC-DF39C8758039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1" name="Content Placeholder 2">
            <a:extLst>
              <a:ext uri="{FF2B5EF4-FFF2-40B4-BE49-F238E27FC236}">
                <a16:creationId xmlns:a16="http://schemas.microsoft.com/office/drawing/2014/main" id="{7E98F8E5-8778-FB43-3984-0633BD1FC678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6692FD45-83AD-586A-3C9B-63B66CF6209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222526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ide Title - Image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69AC06A9-C5DA-F682-078F-FBF322776EF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415528" y="0"/>
            <a:ext cx="3776472" cy="6858000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2B6BBE39-43EE-B905-E082-829A0E3FA92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68402" y="252345"/>
            <a:ext cx="2590800" cy="1609859"/>
          </a:xfrm>
        </p:spPr>
        <p:txBody>
          <a:bodyPr anchor="ctr" anchorCtr="0">
            <a:normAutofit/>
          </a:bodyPr>
          <a:lstStyle>
            <a:lvl1pPr>
              <a:defRPr sz="30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B233342-43E6-66D6-3D5B-57AB4F7AD0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217828" y="436105"/>
            <a:ext cx="3814184" cy="5308536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38C6D6D2-5187-5271-139E-B580F38E349B}"/>
              </a:ext>
            </a:extLst>
          </p:cNvPr>
          <p:cNvSpPr>
            <a:spLocks noGrp="1"/>
          </p:cNvSpPr>
          <p:nvPr>
            <p:ph idx="12" hasCustomPrompt="1"/>
          </p:nvPr>
        </p:nvSpPr>
        <p:spPr>
          <a:xfrm>
            <a:off x="509288" y="6573857"/>
            <a:ext cx="7790650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700" i="1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Source: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83D52FB8-BE38-3892-4C76-249A2A9041A0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B3155EEF-2E74-6BBF-AD6A-BF979CC9E5B8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03492522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/image - Power Word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2467269" y="5031979"/>
            <a:ext cx="9478778" cy="3125787"/>
          </a:xfrm>
        </p:spPr>
        <p:txBody>
          <a:bodyPr anchor="t" anchorCtr="0">
            <a:noAutofit/>
          </a:bodyPr>
          <a:lstStyle>
            <a:lvl1pPr algn="l">
              <a:defRPr sz="20000" b="0" i="0">
                <a:solidFill>
                  <a:schemeClr val="accent2"/>
                </a:solidFill>
                <a:latin typeface="Outfit Light" pitchFamily="2" charset="0"/>
              </a:defRPr>
            </a:lvl1pPr>
          </a:lstStyle>
          <a:p>
            <a:r>
              <a:rPr lang="en-US"/>
              <a:t>energy</a:t>
            </a:r>
          </a:p>
        </p:txBody>
      </p:sp>
      <p:sp>
        <p:nvSpPr>
          <p:cNvPr id="3" name="Slide Number Placeholder 5">
            <a:extLst>
              <a:ext uri="{FF2B5EF4-FFF2-40B4-BE49-F238E27FC236}">
                <a16:creationId xmlns:a16="http://schemas.microsoft.com/office/drawing/2014/main" id="{BB56C16F-A5B4-1C6E-8274-527FC1E361F4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Picture Placeholder 4">
            <a:extLst>
              <a:ext uri="{FF2B5EF4-FFF2-40B4-BE49-F238E27FC236}">
                <a16:creationId xmlns:a16="http://schemas.microsoft.com/office/drawing/2014/main" id="{C851EF96-4DAA-EDF0-DAED-FE2994C21D9E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316547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18" name="Content Placeholder 2">
            <a:extLst>
              <a:ext uri="{FF2B5EF4-FFF2-40B4-BE49-F238E27FC236}">
                <a16:creationId xmlns:a16="http://schemas.microsoft.com/office/drawing/2014/main" id="{5B47BB93-F99A-7109-8396-BB6AC4EC1AD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3178175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Content Placeholder 2">
            <a:extLst>
              <a:ext uri="{FF2B5EF4-FFF2-40B4-BE49-F238E27FC236}">
                <a16:creationId xmlns:a16="http://schemas.microsoft.com/office/drawing/2014/main" id="{ED5414B8-AF52-83E1-7CDB-47BDE5877BC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2C92FFAD-E8D6-7BAD-44AA-3FCC11912722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7752314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mage - Bullets - Whi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Content Placeholder 2">
            <a:extLst>
              <a:ext uri="{FF2B5EF4-FFF2-40B4-BE49-F238E27FC236}">
                <a16:creationId xmlns:a16="http://schemas.microsoft.com/office/drawing/2014/main" id="{52C6CB10-136D-68CB-35BB-918F8058D58E}"/>
              </a:ext>
            </a:extLst>
          </p:cNvPr>
          <p:cNvSpPr>
            <a:spLocks noGrp="1"/>
          </p:cNvSpPr>
          <p:nvPr>
            <p:ph idx="12"/>
          </p:nvPr>
        </p:nvSpPr>
        <p:spPr>
          <a:xfrm>
            <a:off x="1160340" y="767502"/>
            <a:ext cx="10120803" cy="1422805"/>
          </a:xfrm>
        </p:spPr>
        <p:txBody>
          <a:bodyPr tIns="0" bIns="0" numCol="1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4000" b="1"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Content Placeholder 2">
            <a:extLst>
              <a:ext uri="{FF2B5EF4-FFF2-40B4-BE49-F238E27FC236}">
                <a16:creationId xmlns:a16="http://schemas.microsoft.com/office/drawing/2014/main" id="{E7F10388-2644-4BA8-473A-44E06DFCAB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83515" y="2346325"/>
            <a:ext cx="5397629" cy="4146550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2" name="Slide Number Placeholder 5">
            <a:extLst>
              <a:ext uri="{FF2B5EF4-FFF2-40B4-BE49-F238E27FC236}">
                <a16:creationId xmlns:a16="http://schemas.microsoft.com/office/drawing/2014/main" id="{98C049C0-7552-0F48-9188-024C24F2A9E3}"/>
              </a:ext>
            </a:extLst>
          </p:cNvPr>
          <p:cNvSpPr txBox="1">
            <a:spLocks/>
          </p:cNvSpPr>
          <p:nvPr userDrawn="1"/>
        </p:nvSpPr>
        <p:spPr>
          <a:xfrm>
            <a:off x="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800" smtClean="0">
                <a:solidFill>
                  <a:schemeClr val="bg1"/>
                </a:solidFill>
              </a:rPr>
              <a:pPr algn="ctr"/>
              <a:t>‹#›</a:t>
            </a:fld>
            <a:endParaRPr lang="en-US" sz="800" dirty="0">
              <a:solidFill>
                <a:schemeClr val="bg1"/>
              </a:solidFill>
            </a:endParaRPr>
          </a:p>
        </p:txBody>
      </p:sp>
      <p:sp>
        <p:nvSpPr>
          <p:cNvPr id="19" name="Picture Placeholder 4">
            <a:extLst>
              <a:ext uri="{FF2B5EF4-FFF2-40B4-BE49-F238E27FC236}">
                <a16:creationId xmlns:a16="http://schemas.microsoft.com/office/drawing/2014/main" id="{DB21F27A-8A19-6AD5-0134-4D11D1CB318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2346325"/>
            <a:ext cx="5670550" cy="4511675"/>
          </a:xfrm>
          <a:solidFill>
            <a:schemeClr val="accent4"/>
          </a:solidFill>
        </p:spPr>
        <p:txBody>
          <a:bodyPr/>
          <a:lstStyle/>
          <a:p>
            <a:endParaRPr lang="en-US" dirty="0"/>
          </a:p>
        </p:txBody>
      </p:sp>
      <p:sp>
        <p:nvSpPr>
          <p:cNvPr id="16" name="Content Placeholder 2">
            <a:extLst>
              <a:ext uri="{FF2B5EF4-FFF2-40B4-BE49-F238E27FC236}">
                <a16:creationId xmlns:a16="http://schemas.microsoft.com/office/drawing/2014/main" id="{36EA7EA7-BF43-E670-B282-9BFD78936CEA}"/>
              </a:ext>
            </a:extLst>
          </p:cNvPr>
          <p:cNvSpPr>
            <a:spLocks noGrp="1"/>
          </p:cNvSpPr>
          <p:nvPr>
            <p:ph idx="11"/>
          </p:nvPr>
        </p:nvSpPr>
        <p:spPr>
          <a:xfrm>
            <a:off x="140023" y="113787"/>
            <a:ext cx="6212576" cy="278735"/>
          </a:xfrm>
        </p:spPr>
        <p:txBody>
          <a:bodyPr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 sz="800">
                <a:solidFill>
                  <a:schemeClr val="accent3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1"/>
                </a:solidFill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Slide Number Placeholder 5">
            <a:extLst>
              <a:ext uri="{FF2B5EF4-FFF2-40B4-BE49-F238E27FC236}">
                <a16:creationId xmlns:a16="http://schemas.microsoft.com/office/drawing/2014/main" id="{9D007173-AFB4-9AD5-B2A4-A1719ED8BE69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7097753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ontent - Power Word - Ste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7F4F244E-AC26-65C7-A8C0-CC9795A7DF55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32D82DE-A971-7B52-7842-453E51F23E17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4030256" y="2416372"/>
            <a:ext cx="6793688" cy="1624005"/>
          </a:xfrm>
        </p:spPr>
        <p:txBody>
          <a:bodyPr anchor="t" anchorCtr="0">
            <a:noAutofit/>
          </a:bodyPr>
          <a:lstStyle>
            <a:lvl1pPr algn="l">
              <a:lnSpc>
                <a:spcPct val="60000"/>
              </a:lnSpc>
              <a:defRPr sz="13000" b="1" i="0">
                <a:solidFill>
                  <a:schemeClr val="bg1"/>
                </a:solidFill>
                <a:latin typeface="Outfit SemiBold" pitchFamily="2" charset="0"/>
              </a:defRPr>
            </a:lvl1pPr>
          </a:lstStyle>
          <a:p>
            <a:r>
              <a:rPr lang="en-US" dirty="0"/>
              <a:t>Thank       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3480EDC-732B-3B90-A0BD-9F3FB34BDA3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967800" y="2203480"/>
            <a:ext cx="1921953" cy="1921953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35F8EBD3-094C-1237-3D91-07BF2B96448C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1967801" y="4830040"/>
            <a:ext cx="3624926" cy="1273048"/>
          </a:xfrm>
        </p:spPr>
        <p:txBody>
          <a:bodyPr tIns="0" numCol="1" spcCol="0">
            <a:noAutofit/>
          </a:bodyPr>
          <a:lstStyle>
            <a:lvl1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1pPr>
            <a:lvl2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2pPr>
            <a:lvl3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3pPr>
            <a:lvl4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4pPr>
            <a:lvl5pPr>
              <a:spcBef>
                <a:spcPts val="300"/>
              </a:spcBef>
              <a:spcAft>
                <a:spcPts val="300"/>
              </a:spcAft>
              <a:defRPr>
                <a:solidFill>
                  <a:schemeClr val="accent4"/>
                </a:solidFill>
              </a:defRPr>
            </a:lvl5pPr>
          </a:lstStyle>
          <a:p>
            <a:pPr lvl="0"/>
            <a:r>
              <a:rPr lang="en-US"/>
              <a:t>Contact Name</a:t>
            </a:r>
          </a:p>
          <a:p>
            <a:pPr lvl="0"/>
            <a:r>
              <a:rPr lang="en-US"/>
              <a:t>Email</a:t>
            </a:r>
          </a:p>
          <a:p>
            <a:pPr lvl="0"/>
            <a:r>
              <a:rPr lang="en-US"/>
              <a:t>Phone</a:t>
            </a:r>
          </a:p>
        </p:txBody>
      </p:sp>
      <p:sp>
        <p:nvSpPr>
          <p:cNvPr id="4" name="Slide Number Placeholder 5">
            <a:extLst>
              <a:ext uri="{FF2B5EF4-FFF2-40B4-BE49-F238E27FC236}">
                <a16:creationId xmlns:a16="http://schemas.microsoft.com/office/drawing/2014/main" id="{165412F6-6CFA-B25B-605C-0D1408B6D376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bg1"/>
                </a:solidFill>
              </a:rPr>
              <a:pPr algn="ctr"/>
              <a:t>‹#›</a:t>
            </a:fld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F6EEB09-6D28-0349-00D3-ABC8EB2B59E2}"/>
              </a:ext>
            </a:extLst>
          </p:cNvPr>
          <p:cNvSpPr txBox="1"/>
          <p:nvPr userDrawn="1"/>
        </p:nvSpPr>
        <p:spPr>
          <a:xfrm>
            <a:off x="7408731" y="2896862"/>
            <a:ext cx="6094476" cy="20928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3000" i="1" dirty="0">
                <a:solidFill>
                  <a:schemeClr val="accent2"/>
                </a:solidFill>
                <a:latin typeface="DM Serif Display" pitchFamily="2" charset="0"/>
              </a:rPr>
              <a:t>you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15557FE9-F7F0-F7C7-38FF-831E9C3408DD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431274" y="1218128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122077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29" Type="http://schemas.openxmlformats.org/officeDocument/2006/relationships/slideLayout" Target="../slideLayouts/slideLayout29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4/21/2026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57D1E85A-45C3-46D5-6AB0-132D0C17E0BB}"/>
              </a:ext>
            </a:extLst>
          </p:cNvPr>
          <p:cNvSpPr txBox="1">
            <a:spLocks/>
          </p:cNvSpPr>
          <p:nvPr userDrawn="1"/>
        </p:nvSpPr>
        <p:spPr>
          <a:xfrm>
            <a:off x="11811000" y="6492875"/>
            <a:ext cx="381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marL="0" algn="r" defTabSz="914400" rtl="0" eaLnBrk="1" latinLnBrk="0" hangingPunct="1">
              <a:defRPr sz="1200" b="1" kern="1200">
                <a:solidFill>
                  <a:schemeClr val="accen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fld id="{A7CE7FE3-4C6A-4CF4-9AB8-F9DF39BBB232}" type="slidenum">
              <a:rPr lang="en-US" sz="900" smtClean="0">
                <a:solidFill>
                  <a:schemeClr val="accent1"/>
                </a:solidFill>
              </a:rPr>
              <a:pPr algn="ctr"/>
              <a:t>‹#›</a:t>
            </a:fld>
            <a:endParaRPr lang="en-US" sz="9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536614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34" r:id="rId1"/>
    <p:sldLayoutId id="2147483835" r:id="rId2"/>
    <p:sldLayoutId id="2147483836" r:id="rId3"/>
    <p:sldLayoutId id="2147483837" r:id="rId4"/>
    <p:sldLayoutId id="2147483838" r:id="rId5"/>
    <p:sldLayoutId id="2147483839" r:id="rId6"/>
    <p:sldLayoutId id="2147483840" r:id="rId7"/>
    <p:sldLayoutId id="2147483841" r:id="rId8"/>
    <p:sldLayoutId id="2147483842" r:id="rId9"/>
    <p:sldLayoutId id="2147483843" r:id="rId10"/>
    <p:sldLayoutId id="2147483844" r:id="rId11"/>
    <p:sldLayoutId id="2147483845" r:id="rId12"/>
    <p:sldLayoutId id="2147483846" r:id="rId13"/>
    <p:sldLayoutId id="2147483668" r:id="rId14"/>
    <p:sldLayoutId id="2147483669" r:id="rId15"/>
    <p:sldLayoutId id="2147483670" r:id="rId16"/>
    <p:sldLayoutId id="2147483686" r:id="rId17"/>
    <p:sldLayoutId id="2147483671" r:id="rId18"/>
    <p:sldLayoutId id="2147483689" r:id="rId19"/>
    <p:sldLayoutId id="2147483688" r:id="rId20"/>
    <p:sldLayoutId id="2147483674" r:id="rId21"/>
    <p:sldLayoutId id="2147483712" r:id="rId22"/>
    <p:sldLayoutId id="2147483710" r:id="rId23"/>
    <p:sldLayoutId id="2147483711" r:id="rId24"/>
    <p:sldLayoutId id="2147483687" r:id="rId25"/>
    <p:sldLayoutId id="2147483682" r:id="rId26"/>
    <p:sldLayoutId id="2147483715" r:id="rId27"/>
    <p:sldLayoutId id="2147483717" r:id="rId28"/>
    <p:sldLayoutId id="2147483713" r:id="rId29"/>
    <p:sldLayoutId id="2147483716" r:id="rId30"/>
    <p:sldLayoutId id="2147483718" r:id="rId31"/>
    <p:sldLayoutId id="2147483719" r:id="rId32"/>
    <p:sldLayoutId id="2147483695" r:id="rId33"/>
    <p:sldLayoutId id="2147483696" r:id="rId34"/>
    <p:sldLayoutId id="2147483694" r:id="rId35"/>
    <p:sldLayoutId id="2147483697" r:id="rId36"/>
    <p:sldLayoutId id="2147483681" r:id="rId37"/>
    <p:sldLayoutId id="2147483700" r:id="rId38"/>
    <p:sldLayoutId id="2147483684" r:id="rId39"/>
    <p:sldLayoutId id="2147483703" r:id="rId40"/>
    <p:sldLayoutId id="2147483706" r:id="rId41"/>
    <p:sldLayoutId id="2147483709" r:id="rId42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emf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emf"/><Relationship Id="rId2" Type="http://schemas.openxmlformats.org/officeDocument/2006/relationships/package" Target="../embeddings/Microsoft_Excel_Binary_Worksheet.xlsb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Placeholder 10">
            <a:extLst>
              <a:ext uri="{FF2B5EF4-FFF2-40B4-BE49-F238E27FC236}">
                <a16:creationId xmlns:a16="http://schemas.microsoft.com/office/drawing/2014/main" id="{F8ED0DA0-EE44-6A25-92A6-1464D7BF9C60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19" b="119"/>
          <a:stretch/>
        </p:blipFill>
        <p:spPr/>
      </p:pic>
      <p:sp>
        <p:nvSpPr>
          <p:cNvPr id="7" name="Title 6">
            <a:extLst>
              <a:ext uri="{FF2B5EF4-FFF2-40B4-BE49-F238E27FC236}">
                <a16:creationId xmlns:a16="http://schemas.microsoft.com/office/drawing/2014/main" id="{F061BD6C-4759-C293-5CA3-F972D28C1D8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875918" y="2232137"/>
            <a:ext cx="6065445" cy="1552251"/>
          </a:xfrm>
        </p:spPr>
        <p:txBody>
          <a:bodyPr>
            <a:normAutofit fontScale="90000"/>
          </a:bodyPr>
          <a:lstStyle/>
          <a:p>
            <a:r>
              <a:rPr lang="en-US" sz="2700" dirty="0">
                <a:solidFill>
                  <a:schemeClr val="bg1"/>
                </a:solidFill>
              </a:rPr>
              <a:t>PRJ13797: JMUX Replacement Update</a:t>
            </a:r>
            <a:br>
              <a:rPr lang="en-US" sz="2700" dirty="0">
                <a:solidFill>
                  <a:schemeClr val="bg1"/>
                </a:solidFill>
              </a:rPr>
            </a:br>
            <a:r>
              <a:rPr lang="en-US" sz="2700" dirty="0">
                <a:solidFill>
                  <a:schemeClr val="bg1"/>
                </a:solidFill>
              </a:rPr>
              <a:t>Project Manager : Dhananjaya Gunaratne </a:t>
            </a:r>
            <a:br>
              <a:rPr lang="en-US" sz="2700" dirty="0">
                <a:solidFill>
                  <a:schemeClr val="bg1"/>
                </a:solidFill>
              </a:rPr>
            </a:br>
            <a:br>
              <a:rPr lang="en-US" dirty="0">
                <a:solidFill>
                  <a:schemeClr val="bg1"/>
                </a:solidFill>
              </a:rPr>
            </a:b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Subtitle 7">
            <a:extLst>
              <a:ext uri="{FF2B5EF4-FFF2-40B4-BE49-F238E27FC236}">
                <a16:creationId xmlns:a16="http://schemas.microsoft.com/office/drawing/2014/main" id="{EE993FB0-36D8-46A2-29A8-EE8A722FA73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875919" y="4739601"/>
            <a:ext cx="6065445" cy="923779"/>
          </a:xfrm>
        </p:spPr>
        <p:txBody>
          <a:bodyPr/>
          <a:lstStyle/>
          <a:p>
            <a:br>
              <a:rPr lang="en-US" dirty="0">
                <a:solidFill>
                  <a:schemeClr val="bg1"/>
                </a:solidFill>
              </a:rPr>
            </a:b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5" name="Content Placeholder 2">
            <a:extLst>
              <a:ext uri="{FF2B5EF4-FFF2-40B4-BE49-F238E27FC236}">
                <a16:creationId xmlns:a16="http://schemas.microsoft.com/office/drawing/2014/main" id="{CB334AD1-9FAC-24C9-CD9B-3DC36EC1A1FB}"/>
              </a:ext>
            </a:extLst>
          </p:cNvPr>
          <p:cNvSpPr txBox="1">
            <a:spLocks/>
          </p:cNvSpPr>
          <p:nvPr/>
        </p:nvSpPr>
        <p:spPr>
          <a:xfrm>
            <a:off x="8891081" y="6264048"/>
            <a:ext cx="3095640" cy="278735"/>
          </a:xfrm>
          <a:prstGeom prst="rect">
            <a:avLst/>
          </a:prstGeom>
        </p:spPr>
        <p:txBody>
          <a:bodyPr numCol="1" spcCol="0">
            <a:noAutofit/>
          </a:bodyPr>
          <a:lstStyle>
            <a:lvl1pPr marL="0" indent="0" algn="r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000" i="1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>
                <a:solidFill>
                  <a:schemeClr val="bg1"/>
                </a:solidFill>
              </a:rPr>
              <a:t>March 2026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797CDCD-E6FC-9247-80E4-BBF1747843EF}"/>
              </a:ext>
            </a:extLst>
          </p:cNvPr>
          <p:cNvPicPr>
            <a:picLocks noChangeAspect="1"/>
          </p:cNvPicPr>
          <p:nvPr/>
        </p:nvPicPr>
        <p:blipFill>
          <a:blip r:embed="rId4" cstate="hq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735964" y="1431746"/>
            <a:ext cx="2981692" cy="9208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6058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1">
            <a:extLst>
              <a:ext uri="{FF2B5EF4-FFF2-40B4-BE49-F238E27FC236}">
                <a16:creationId xmlns:a16="http://schemas.microsoft.com/office/drawing/2014/main" id="{A14B7B69-59BD-4C6C-48EB-B42ACBCA5B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725" y="337312"/>
            <a:ext cx="9009130" cy="377825"/>
          </a:xfrm>
        </p:spPr>
        <p:txBody>
          <a:bodyPr>
            <a:normAutofit fontScale="90000"/>
          </a:bodyPr>
          <a:lstStyle/>
          <a:p>
            <a:pPr algn="ctr"/>
            <a:r>
              <a:rPr lang="en-US" sz="2000" dirty="0"/>
              <a:t> </a:t>
            </a:r>
            <a:br>
              <a:rPr lang="en-US" sz="2000" dirty="0"/>
            </a:br>
            <a:endParaRPr lang="en-US" sz="2000" dirty="0"/>
          </a:p>
        </p:txBody>
      </p:sp>
      <p:sp>
        <p:nvSpPr>
          <p:cNvPr id="7" name="Content Placeholder 6"/>
          <p:cNvSpPr txBox="1">
            <a:spLocks noGrp="1"/>
          </p:cNvSpPr>
          <p:nvPr>
            <p:ph idx="1"/>
          </p:nvPr>
        </p:nvSpPr>
        <p:spPr>
          <a:xfrm>
            <a:off x="509288" y="938662"/>
            <a:ext cx="9009130" cy="16958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endParaRPr lang="en-US" sz="800" b="1" dirty="0"/>
          </a:p>
          <a:p>
            <a:pPr marL="342900" lvl="1"/>
            <a:endParaRPr lang="en-US" sz="1200" dirty="0"/>
          </a:p>
          <a:p>
            <a:pPr marL="458788" lvl="2"/>
            <a:endParaRPr lang="en-US" dirty="0"/>
          </a:p>
          <a:p>
            <a:endParaRPr lang="en-US" sz="1000" b="1" dirty="0"/>
          </a:p>
          <a:p>
            <a:pPr lvl="1"/>
            <a:r>
              <a:rPr lang="en-US" sz="1000" b="1" dirty="0"/>
              <a:t> </a:t>
            </a:r>
            <a:endParaRPr lang="en-US" sz="1000" dirty="0"/>
          </a:p>
          <a:p>
            <a:pPr marL="685800" lvl="1" indent="-228600">
              <a:buFont typeface="+mj-lt"/>
              <a:buAutoNum type="arabicPeriod"/>
            </a:pPr>
            <a:endParaRPr lang="en-US" sz="1000" b="1" u="sng" dirty="0"/>
          </a:p>
        </p:txBody>
      </p:sp>
      <p:sp>
        <p:nvSpPr>
          <p:cNvPr id="10" name="Content Placeholder 13">
            <a:extLst>
              <a:ext uri="{FF2B5EF4-FFF2-40B4-BE49-F238E27FC236}">
                <a16:creationId xmlns:a16="http://schemas.microsoft.com/office/drawing/2014/main" id="{A24EE83D-2178-F6B5-4EA8-D2E0604DF97B}"/>
              </a:ext>
            </a:extLst>
          </p:cNvPr>
          <p:cNvSpPr txBox="1">
            <a:spLocks noGrp="1"/>
          </p:cNvSpPr>
          <p:nvPr>
            <p:ph idx="11"/>
          </p:nvPr>
        </p:nvSpPr>
        <p:spPr>
          <a:xfrm>
            <a:off x="131975" y="10226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 dirty="0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0" y="526224"/>
            <a:ext cx="10444585" cy="73558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b="1" dirty="0"/>
              <a:t>       </a:t>
            </a:r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dirty="0"/>
              <a:t>Modernize PSEG LI’s substation communications by replacing legacy JMUX with MPLS nodes to deliver a reliable, scalable and future-ready network. </a:t>
            </a:r>
          </a:p>
          <a:p>
            <a:pPr lvl="1">
              <a:spcBef>
                <a:spcPts val="1200"/>
              </a:spcBef>
              <a:spcAft>
                <a:spcPts val="600"/>
              </a:spcAft>
            </a:pPr>
            <a:endParaRPr lang="en-US" sz="1400" b="1" dirty="0"/>
          </a:p>
          <a:p>
            <a:pPr>
              <a:spcBef>
                <a:spcPts val="1200"/>
              </a:spcBef>
              <a:spcAft>
                <a:spcPts val="600"/>
              </a:spcAft>
            </a:pPr>
            <a:r>
              <a:rPr lang="en-US" sz="1400" b="1" dirty="0"/>
              <a:t>   Objectives </a:t>
            </a:r>
            <a:r>
              <a:rPr lang="en-US" sz="1400" dirty="0"/>
              <a:t>  </a:t>
            </a:r>
          </a:p>
          <a:p>
            <a:pPr lvl="1" fontAlgn="ctr"/>
            <a:endParaRPr lang="en-US" sz="1400" b="1" dirty="0"/>
          </a:p>
          <a:p>
            <a:pPr lvl="1" fontAlgn="ctr"/>
            <a:endParaRPr lang="en-US" sz="1400" b="1" dirty="0"/>
          </a:p>
          <a:p>
            <a:pPr lvl="1" fontAlgn="ctr"/>
            <a:r>
              <a:rPr lang="en-US" sz="1400" b="1" dirty="0"/>
              <a:t>Engineering Services (Burns &amp; McDonnell)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Site surveys, rack elevations, power &amp; cabling design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Node Design – Produce IFR, IFC and As-Built documents</a:t>
            </a:r>
          </a:p>
          <a:p>
            <a:pPr marL="1657350" lvl="3" indent="-285750" fontAlgn="ctr">
              <a:buFont typeface="Arial" panose="020B0604020202020204" pitchFamily="34" charset="0"/>
              <a:buChar char="•"/>
            </a:pPr>
            <a:endParaRPr lang="en-US" sz="1400" b="1" dirty="0"/>
          </a:p>
          <a:p>
            <a:pPr marL="342900" fontAlgn="ctr"/>
            <a:r>
              <a:rPr lang="en-US" sz="1400" b="1" dirty="0"/>
              <a:t>  Procurement &amp; Staging (Burns &amp; McDonnell, Nokia, Graybar)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Bill Of Materials creation, MPLS Equipment order, Power and ancillary equipment(Patch panels, Fiber cables, mounting kits etc.)</a:t>
            </a:r>
          </a:p>
          <a:p>
            <a:pPr lvl="2" fontAlgn="ctr"/>
            <a:endParaRPr lang="en-US" sz="1400" dirty="0"/>
          </a:p>
          <a:p>
            <a:pPr marL="342900" fontAlgn="ctr"/>
            <a:r>
              <a:rPr lang="en-US" sz="1400" b="1" dirty="0"/>
              <a:t>  Construction and Installation Support (Burns &amp; McDonnell, Hawkeye)</a:t>
            </a:r>
            <a:endParaRPr lang="en-US" sz="1400" dirty="0"/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 err="1"/>
              <a:t>BMcD</a:t>
            </a:r>
            <a:r>
              <a:rPr lang="en-US" sz="1400" dirty="0"/>
              <a:t> to provide on-site coordination with engineering team, technical support and commissioning oversight.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Hawkeye to assist with shipment, racking, stacking and power during staging. Perform site surveys for construction support. Install all equipment per the approved IFC document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Run Fiber or copper cabling as per the construction documents. </a:t>
            </a:r>
          </a:p>
          <a:p>
            <a:pPr marL="342900" lvl="2" fontAlgn="ctr"/>
            <a:r>
              <a:rPr lang="en-US" sz="1400" b="1" dirty="0"/>
              <a:t> Deployment and Application Migration (PSEG, Burns &amp; McDonnell)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Design and configure Layer 3 networks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Pre-stage the application connectivity</a:t>
            </a:r>
          </a:p>
          <a:p>
            <a:pPr marL="1200150" lvl="2" indent="-285750" fontAlgn="ctr">
              <a:buFont typeface="Arial" panose="020B0604020202020204" pitchFamily="34" charset="0"/>
              <a:buChar char="•"/>
            </a:pPr>
            <a:r>
              <a:rPr lang="en-US" sz="1400" dirty="0"/>
              <a:t>Migrate production applications</a:t>
            </a:r>
          </a:p>
          <a:p>
            <a:pPr lvl="1" fontAlgn="ctr"/>
            <a:endParaRPr lang="en-US" dirty="0">
              <a:latin typeface="Times New Roman" panose="02020603050405020304" pitchFamily="18" charset="0"/>
            </a:endParaRPr>
          </a:p>
          <a:p>
            <a:pPr lvl="1" fontAlgn="ctr"/>
            <a:r>
              <a:rPr lang="en-US" dirty="0">
                <a:latin typeface="Times New Roman" panose="02020603050405020304" pitchFamily="18" charset="0"/>
              </a:rPr>
              <a:t> </a:t>
            </a:r>
          </a:p>
          <a:p>
            <a:pPr marL="342900" marR="0">
              <a:spcBef>
                <a:spcPts val="0"/>
              </a:spcBef>
              <a:spcAft>
                <a:spcPts val="0"/>
              </a:spcAft>
            </a:pPr>
            <a:endParaRPr lang="en-US" b="1" dirty="0">
              <a:latin typeface="Times New Roman" panose="02020603050405020304" pitchFamily="18" charset="0"/>
            </a:endParaRPr>
          </a:p>
          <a:p>
            <a:pPr>
              <a:spcBef>
                <a:spcPts val="1200"/>
              </a:spcBef>
              <a:spcAft>
                <a:spcPts val="600"/>
              </a:spcAft>
            </a:pPr>
            <a:endParaRPr lang="en-US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788158" y="1621096"/>
          <a:ext cx="8417020" cy="1114425"/>
        </p:xfrm>
        <a:graphic>
          <a:graphicData uri="http://schemas.openxmlformats.org/drawingml/2006/table">
            <a:tbl>
              <a:tblPr/>
              <a:tblGrid>
                <a:gridCol w="1718096">
                  <a:extLst>
                    <a:ext uri="{9D8B030D-6E8A-4147-A177-3AD203B41FA5}">
                      <a16:colId xmlns:a16="http://schemas.microsoft.com/office/drawing/2014/main" val="1396795005"/>
                    </a:ext>
                  </a:extLst>
                </a:gridCol>
                <a:gridCol w="1172931">
                  <a:extLst>
                    <a:ext uri="{9D8B030D-6E8A-4147-A177-3AD203B41FA5}">
                      <a16:colId xmlns:a16="http://schemas.microsoft.com/office/drawing/2014/main" val="2948806097"/>
                    </a:ext>
                  </a:extLst>
                </a:gridCol>
                <a:gridCol w="978820">
                  <a:extLst>
                    <a:ext uri="{9D8B030D-6E8A-4147-A177-3AD203B41FA5}">
                      <a16:colId xmlns:a16="http://schemas.microsoft.com/office/drawing/2014/main" val="296996477"/>
                    </a:ext>
                  </a:extLst>
                </a:gridCol>
                <a:gridCol w="1177061">
                  <a:extLst>
                    <a:ext uri="{9D8B030D-6E8A-4147-A177-3AD203B41FA5}">
                      <a16:colId xmlns:a16="http://schemas.microsoft.com/office/drawing/2014/main" val="3553682138"/>
                    </a:ext>
                  </a:extLst>
                </a:gridCol>
                <a:gridCol w="1718096">
                  <a:extLst>
                    <a:ext uri="{9D8B030D-6E8A-4147-A177-3AD203B41FA5}">
                      <a16:colId xmlns:a16="http://schemas.microsoft.com/office/drawing/2014/main" val="2383358384"/>
                    </a:ext>
                  </a:extLst>
                </a:gridCol>
                <a:gridCol w="1652016">
                  <a:extLst>
                    <a:ext uri="{9D8B030D-6E8A-4147-A177-3AD203B41FA5}">
                      <a16:colId xmlns:a16="http://schemas.microsoft.com/office/drawing/2014/main" val="4008667415"/>
                    </a:ext>
                  </a:extLst>
                </a:gridCol>
              </a:tblGrid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SUBSTATIONS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MPLS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DF RTU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RADIO SHELTER SITES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NOKIA MPLS NODES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97201796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1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31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7795371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2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8268091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PHASE 3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22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8628979"/>
                  </a:ext>
                </a:extLst>
              </a:tr>
              <a:tr h="218433">
                <a:tc>
                  <a:txBody>
                    <a:bodyPr/>
                    <a:lstStyle/>
                    <a:p>
                      <a:pPr algn="l" fontAlgn="b"/>
                      <a:r>
                        <a:rPr lang="en-US" sz="14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TOTAL SCOPE</a:t>
                      </a:r>
                    </a:p>
                  </a:txBody>
                  <a:tcPr marL="9525" marR="9525" marT="9525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129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74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36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79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11024114"/>
                  </a:ext>
                </a:extLst>
              </a:tr>
            </a:tbl>
          </a:graphicData>
        </a:graphic>
      </p:graphicFrame>
      <p:sp>
        <p:nvSpPr>
          <p:cNvPr id="11" name="Title 3"/>
          <p:cNvSpPr txBox="1">
            <a:spLocks/>
          </p:cNvSpPr>
          <p:nvPr/>
        </p:nvSpPr>
        <p:spPr bwMode="auto">
          <a:xfrm>
            <a:off x="752669" y="319469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Goal &amp; Objectives   </a:t>
            </a:r>
          </a:p>
        </p:txBody>
      </p:sp>
    </p:spTree>
    <p:extLst>
      <p:ext uri="{BB962C8B-B14F-4D97-AF65-F5344CB8AC3E}">
        <p14:creationId xmlns:p14="http://schemas.microsoft.com/office/powerpoint/2010/main" val="135201354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EB64354-4154-7ECF-8266-EAEA262BBEA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100" y="389468"/>
            <a:ext cx="9964205" cy="58843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950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E145B8A-DD02-B184-1F8E-40F82CBEF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4</a:t>
            </a:fld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9A15F65-C156-24D2-6BF0-3F2944D8C2C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76200" y="193183"/>
            <a:ext cx="12192000" cy="64716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3032651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2CE634F-D3C6-E8CF-B607-CF78B911C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EA5F56E4-0ED8-5D2F-169D-E4D7DDF16EB8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1C90B10A-82EC-4DB7-EC6D-7998FD54B4D7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C060AE65-F7A1-7CD4-D48C-2354999E091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844644"/>
              </p:ext>
            </p:extLst>
          </p:nvPr>
        </p:nvGraphicFramePr>
        <p:xfrm>
          <a:off x="612648" y="691945"/>
          <a:ext cx="9615422" cy="533818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570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1999503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078748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12858">
                  <a:extLst>
                    <a:ext uri="{9D8B030D-6E8A-4147-A177-3AD203B41FA5}">
                      <a16:colId xmlns:a16="http://schemas.microsoft.com/office/drawing/2014/main" val="2765420810"/>
                    </a:ext>
                  </a:extLst>
                </a:gridCol>
                <a:gridCol w="1191691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697383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8669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31644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/>
                        <a:t>IFR</a:t>
                      </a:r>
                    </a:p>
                    <a:p>
                      <a:pPr algn="ctr"/>
                      <a:endParaRPr lang="en-US" sz="12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6273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7RM Bayport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75404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7R Sayville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7XM Great River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31319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6556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6H Hauppauge Tower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6S Kings Hwy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23005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Brentwood DO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8598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7H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7D West Babylon Radio Shelter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5/4/26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9/21/26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u="none" strike="noStrike" dirty="0">
                          <a:effectLst/>
                        </a:rPr>
                        <a:t>7W Berry St</a:t>
                      </a: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0542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3J Whiteside</a:t>
                      </a: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44261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2K Valley Stream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825BC65A-9568-545E-7649-43EE732AA4CA}"/>
              </a:ext>
            </a:extLst>
          </p:cNvPr>
          <p:cNvSpPr txBox="1">
            <a:spLocks/>
          </p:cNvSpPr>
          <p:nvPr/>
        </p:nvSpPr>
        <p:spPr>
          <a:xfrm>
            <a:off x="80219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56193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B1F8D28-4191-64D8-9095-9DCC2D6CB8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34E76EF5-4EA1-C9EA-5073-1FA6B9B25905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40B7BEC1-9D05-8207-851E-F9A504C9BE5F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644D24B7-14F5-6B82-C5BA-2BEA991C8AF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4960061"/>
              </p:ext>
            </p:extLst>
          </p:nvPr>
        </p:nvGraphicFramePr>
        <p:xfrm>
          <a:off x="676405" y="805737"/>
          <a:ext cx="9615676" cy="48397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1072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161419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64712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400310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34424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2RB Green Acres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8448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Hewlett DO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2ZB EF Barrett PS Inside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2WB Barrett Outside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5HK Hicksville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251922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2H Far Rockaway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2KB Cedarhurst</a:t>
                      </a:r>
                      <a:endParaRPr lang="en-US" sz="120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2R Hewlett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2/23/26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8/5/26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 Baldwin 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4M1 Baldwin Shelter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4/13/26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9/14/26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6K State School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4/20/26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9/17/26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Arial" panose="020B0604020202020204" pitchFamily="34" charset="0"/>
                        </a:rPr>
                        <a:t> 7BH Bohemia 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8/12/26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9/18/26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29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en-US" sz="12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7M MacArthur</a:t>
                      </a:r>
                    </a:p>
                  </a:txBody>
                  <a:tcPr marL="0" marR="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5/18/26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6/16/26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2BE0C575-1E87-0D0C-7576-79E4129CCA42}"/>
              </a:ext>
            </a:extLst>
          </p:cNvPr>
          <p:cNvSpPr txBox="1">
            <a:spLocks/>
          </p:cNvSpPr>
          <p:nvPr/>
        </p:nvSpPr>
        <p:spPr>
          <a:xfrm>
            <a:off x="131975" y="-9872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885177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941EE5-E7C1-A9CC-A23C-1D0A056DCE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9D29A1BE-788C-CF89-3841-0B87433FA531}"/>
              </a:ext>
            </a:extLst>
          </p:cNvPr>
          <p:cNvSpPr txBox="1"/>
          <p:nvPr/>
        </p:nvSpPr>
        <p:spPr>
          <a:xfrm>
            <a:off x="2766922" y="820684"/>
            <a:ext cx="971403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2025 Phase-1 Substation Schedule 31 Sites (2 of 2) </a:t>
            </a:r>
          </a:p>
        </p:txBody>
      </p:sp>
      <p:sp>
        <p:nvSpPr>
          <p:cNvPr id="10" name="Title 3">
            <a:extLst>
              <a:ext uri="{FF2B5EF4-FFF2-40B4-BE49-F238E27FC236}">
                <a16:creationId xmlns:a16="http://schemas.microsoft.com/office/drawing/2014/main" id="{89014D30-3AE4-81FD-F51A-09DD07C3CA2B}"/>
              </a:ext>
            </a:extLst>
          </p:cNvPr>
          <p:cNvSpPr txBox="1">
            <a:spLocks/>
          </p:cNvSpPr>
          <p:nvPr/>
        </p:nvSpPr>
        <p:spPr bwMode="auto">
          <a:xfrm>
            <a:off x="959085" y="218733"/>
            <a:ext cx="8229600" cy="457200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>
                <a:solidFill>
                  <a:srgbClr val="00B050"/>
                </a:solidFill>
              </a:rPr>
              <a:t>Phase 2 Site Surveys: ✅ Complete </a:t>
            </a:r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47EA892D-C687-A0E8-474D-83B918A347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15318956"/>
              </p:ext>
            </p:extLst>
          </p:nvPr>
        </p:nvGraphicFramePr>
        <p:xfrm>
          <a:off x="670560" y="805737"/>
          <a:ext cx="9621521" cy="510812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546917">
                  <a:extLst>
                    <a:ext uri="{9D8B030D-6E8A-4147-A177-3AD203B41FA5}">
                      <a16:colId xmlns:a16="http://schemas.microsoft.com/office/drawing/2014/main" val="3586926317"/>
                    </a:ext>
                  </a:extLst>
                </a:gridCol>
                <a:gridCol w="2000771">
                  <a:extLst>
                    <a:ext uri="{9D8B030D-6E8A-4147-A177-3AD203B41FA5}">
                      <a16:colId xmlns:a16="http://schemas.microsoft.com/office/drawing/2014/main" val="3683718648"/>
                    </a:ext>
                  </a:extLst>
                </a:gridCol>
                <a:gridCol w="1457462">
                  <a:extLst>
                    <a:ext uri="{9D8B030D-6E8A-4147-A177-3AD203B41FA5}">
                      <a16:colId xmlns:a16="http://schemas.microsoft.com/office/drawing/2014/main" val="789135036"/>
                    </a:ext>
                  </a:extLst>
                </a:gridCol>
                <a:gridCol w="1085010">
                  <a:extLst>
                    <a:ext uri="{9D8B030D-6E8A-4147-A177-3AD203B41FA5}">
                      <a16:colId xmlns:a16="http://schemas.microsoft.com/office/drawing/2014/main" val="3759070369"/>
                    </a:ext>
                  </a:extLst>
                </a:gridCol>
                <a:gridCol w="1028387">
                  <a:extLst>
                    <a:ext uri="{9D8B030D-6E8A-4147-A177-3AD203B41FA5}">
                      <a16:colId xmlns:a16="http://schemas.microsoft.com/office/drawing/2014/main" val="2431206455"/>
                    </a:ext>
                  </a:extLst>
                </a:gridCol>
                <a:gridCol w="1513044">
                  <a:extLst>
                    <a:ext uri="{9D8B030D-6E8A-4147-A177-3AD203B41FA5}">
                      <a16:colId xmlns:a16="http://schemas.microsoft.com/office/drawing/2014/main" val="2034665736"/>
                    </a:ext>
                  </a:extLst>
                </a:gridCol>
                <a:gridCol w="1989930">
                  <a:extLst>
                    <a:ext uri="{9D8B030D-6E8A-4147-A177-3AD203B41FA5}">
                      <a16:colId xmlns:a16="http://schemas.microsoft.com/office/drawing/2014/main" val="4238625106"/>
                    </a:ext>
                  </a:extLst>
                </a:gridCol>
              </a:tblGrid>
              <a:tr h="465454"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#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en-US" sz="1200" dirty="0"/>
                        <a:t>Substation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Site Surveys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IFR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IFC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Construction 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dirty="0"/>
                        <a:t>Deployment 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73272263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30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strike="noStrike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70786517"/>
                  </a:ext>
                </a:extLst>
              </a:tr>
              <a:tr h="246713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31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8AX Patchogue Shelter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Fri 9/25/26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64850426"/>
                  </a:ext>
                </a:extLst>
              </a:tr>
              <a:tr h="210137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7Z Lindenhurst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9/2/26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Thu 9/24/26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20739305"/>
                  </a:ext>
                </a:extLst>
              </a:tr>
              <a:tr h="182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7J Sterling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Mon 3/31/26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00B050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4/21/26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9/22/26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444944646"/>
                  </a:ext>
                </a:extLst>
              </a:tr>
              <a:tr h="173561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7UM South Farmingdale</a:t>
                      </a: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5/26/26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6/23/26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Wed 8/26/26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9/23/26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91413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35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ACC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6/9/26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Wed 7/8/26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064062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n-US" sz="12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36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algn="l">
                        <a:buNone/>
                      </a:pPr>
                      <a:r>
                        <a:rPr lang="en-US" sz="1200" dirty="0">
                          <a:solidFill>
                            <a:srgbClr val="000000"/>
                          </a:solidFill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6U Ruland</a:t>
                      </a: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/>
                </a:tc>
                <a:tc>
                  <a:txBody>
                    <a:bodyPr/>
                    <a:lstStyle/>
                    <a:p>
                      <a:pPr algn="ctr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Complete</a:t>
                      </a:r>
                    </a:p>
                  </a:txBody>
                  <a:tcPr anchor="ctr"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6/2/26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12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Arial"/>
                          <a:ea typeface="+mn-ea"/>
                          <a:cs typeface="+mn-cs"/>
                        </a:rPr>
                        <a:t>Tue 6/30/26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Tue 9/8/26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200" dirty="0">
                          <a:solidFill>
                            <a:schemeClr val="tx1"/>
                          </a:solidFill>
                        </a:rPr>
                        <a:t>Mon 9/28/26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35510400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81583672"/>
                  </a:ext>
                </a:extLst>
              </a:tr>
              <a:tr h="398705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319541799"/>
                  </a:ext>
                </a:extLst>
              </a:tr>
              <a:tr h="430813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sng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88149223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38867382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>
                        <a:buNone/>
                      </a:pPr>
                      <a:endParaRPr lang="en-US" sz="1200" dirty="0">
                        <a:effectLst/>
                        <a:latin typeface="+mn-lt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5565004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Arial" panose="020B0604020202020204" pitchFamily="34" charset="0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69704205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26685270"/>
                  </a:ext>
                </a:extLst>
              </a:tr>
              <a:tr h="315486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endParaRPr lang="en-US" sz="120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endParaRPr lang="en-US" sz="12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0" marR="0" marT="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12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B050"/>
                        </a:solidFill>
                        <a:effectLst/>
                        <a:uLnTx/>
                        <a:uFillTx/>
                        <a:latin typeface="Arial"/>
                        <a:ea typeface="+mn-ea"/>
                        <a:cs typeface="+mn-cs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2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64950233"/>
                  </a:ext>
                </a:extLst>
              </a:tr>
            </a:tbl>
          </a:graphicData>
        </a:graphic>
      </p:graphicFrame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544B77E0-C7B5-F774-274D-A2367047808E}"/>
              </a:ext>
            </a:extLst>
          </p:cNvPr>
          <p:cNvSpPr txBox="1">
            <a:spLocks/>
          </p:cNvSpPr>
          <p:nvPr/>
        </p:nvSpPr>
        <p:spPr>
          <a:xfrm>
            <a:off x="131975" y="-35750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8203384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91440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777240"/>
            <a:ext cx="12191695" cy="109728"/>
          </a:xfrm>
          <a:prstGeom prst="rect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74320" y="109728"/>
            <a:ext cx="91440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 i="0">
                <a:solidFill>
                  <a:srgbClr val="FFFFFF"/>
                </a:solidFill>
              </a:rPr>
              <a:t>Schedule Status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74320" y="548640"/>
            <a:ext cx="9144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7941D"/>
                </a:solidFill>
              </a:rPr>
              <a:t>Overall: 🟡 Yellow | Recovery Plan in Place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583680"/>
            <a:ext cx="12191695" cy="27432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274320" y="6634915"/>
            <a:ext cx="10972800" cy="228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FFFFFF"/>
                </a:solidFill>
              </a:rPr>
              <a:t>PSEG Long Island | JMUX Replacement Program | Confidential | March 2026</a:t>
            </a:r>
          </a:p>
        </p:txBody>
      </p:sp>
      <p:sp>
        <p:nvSpPr>
          <p:cNvPr id="8" name="Rectangle 7"/>
          <p:cNvSpPr/>
          <p:nvPr/>
        </p:nvSpPr>
        <p:spPr>
          <a:xfrm>
            <a:off x="6003390" y="913188"/>
            <a:ext cx="5303520" cy="2106459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14" name="TextBox 13"/>
          <p:cNvSpPr txBox="1"/>
          <p:nvPr/>
        </p:nvSpPr>
        <p:spPr>
          <a:xfrm>
            <a:off x="457200" y="2880360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404040"/>
                </a:solidFill>
              </a:rPr>
              <a:t>Root Causes: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324612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SSP documentation delays (security review queue)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3657600"/>
            <a:ext cx="4937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404040"/>
                </a:solidFill>
              </a:rPr>
              <a:t>• CMDB update coordination time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094830" y="987552"/>
            <a:ext cx="4937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 dirty="0">
                <a:solidFill>
                  <a:srgbClr val="003387"/>
                </a:solidFill>
              </a:rPr>
              <a:t>Recovery Actions: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94830" y="1508727"/>
            <a:ext cx="515229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171450" indent="-171450">
              <a:buFont typeface="Arial" panose="020B0604020202020204" pitchFamily="34" charset="0"/>
              <a:buChar char="•"/>
            </a:pPr>
            <a:r>
              <a:rPr lang="en-US" sz="1200" dirty="0"/>
              <a:t>SPI = 0.80 (Yellow).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</a:t>
            </a:r>
            <a:r>
              <a:rPr lang="en-US" sz="1200" dirty="0" err="1"/>
              <a:t>iLO</a:t>
            </a:r>
            <a:r>
              <a:rPr lang="en-US" sz="1200" dirty="0"/>
              <a:t> port configuration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Complete BGP Configuration at Hicksville and Melville </a:t>
            </a:r>
          </a:p>
          <a:p>
            <a:pPr marL="171450" indent="-171450" algn="l">
              <a:buFont typeface="Arial" panose="020B0604020202020204" pitchFamily="34" charset="0"/>
              <a:buChar char="•"/>
            </a:pPr>
            <a:r>
              <a:rPr lang="en-US" sz="1200" dirty="0"/>
              <a:t>Remote access routers and complete configuration as per SSP doc. </a:t>
            </a:r>
            <a:r>
              <a:rPr lang="en-US" sz="1200" b="0" i="0" dirty="0"/>
              <a:t>
</a:t>
            </a:r>
          </a:p>
        </p:txBody>
      </p:sp>
      <p:sp>
        <p:nvSpPr>
          <p:cNvPr id="45" name="Rectangle 44"/>
          <p:cNvSpPr/>
          <p:nvPr/>
        </p:nvSpPr>
        <p:spPr>
          <a:xfrm>
            <a:off x="0" y="1018650"/>
            <a:ext cx="5212080" cy="2803542"/>
          </a:xfrm>
          <a:prstGeom prst="rect">
            <a:avLst/>
          </a:prstGeom>
          <a:solidFill>
            <a:srgbClr val="FFFFFF"/>
          </a:solidFill>
          <a:ln w="19050">
            <a:solidFill>
              <a:srgbClr val="00338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sp>
        <p:nvSpPr>
          <p:cNvPr id="46" name="Rectangle 45"/>
          <p:cNvSpPr/>
          <p:nvPr/>
        </p:nvSpPr>
        <p:spPr>
          <a:xfrm>
            <a:off x="0" y="1027587"/>
            <a:ext cx="5212080" cy="365760"/>
          </a:xfrm>
          <a:prstGeom prst="rect">
            <a:avLst/>
          </a:prstGeom>
          <a:solidFill>
            <a:srgbClr val="0033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411480" y="1151048"/>
            <a:ext cx="502920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SCHEDULE PERFORMANCE INDEX (SPI)</a:t>
            </a:r>
          </a:p>
        </p:txBody>
      </p:sp>
      <p:sp>
        <p:nvSpPr>
          <p:cNvPr id="48" name="Oval 47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Oval 48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" name="Oval 49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" name="Oval 50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" name="Oval 51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" name="Oval 52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Oval 53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" name="Oval 54"/>
          <p:cNvSpPr/>
          <p:nvPr/>
        </p:nvSpPr>
        <p:spPr>
          <a:xfrm>
            <a:off x="2333847" y="249140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Oval 55"/>
          <p:cNvSpPr/>
          <p:nvPr/>
        </p:nvSpPr>
        <p:spPr>
          <a:xfrm>
            <a:off x="2315476" y="245978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" name="Oval 56"/>
          <p:cNvSpPr/>
          <p:nvPr/>
        </p:nvSpPr>
        <p:spPr>
          <a:xfrm>
            <a:off x="2297105" y="24281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" name="Oval 57"/>
          <p:cNvSpPr/>
          <p:nvPr/>
        </p:nvSpPr>
        <p:spPr>
          <a:xfrm>
            <a:off x="2278734" y="23965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" name="Oval 58"/>
          <p:cNvSpPr/>
          <p:nvPr/>
        </p:nvSpPr>
        <p:spPr>
          <a:xfrm>
            <a:off x="2260364" y="23648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Oval 59"/>
          <p:cNvSpPr/>
          <p:nvPr/>
        </p:nvSpPr>
        <p:spPr>
          <a:xfrm>
            <a:off x="2241993" y="2333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1" name="Oval 60"/>
          <p:cNvSpPr/>
          <p:nvPr/>
        </p:nvSpPr>
        <p:spPr>
          <a:xfrm>
            <a:off x="2223622" y="23016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2" name="Oval 61"/>
          <p:cNvSpPr/>
          <p:nvPr/>
        </p:nvSpPr>
        <p:spPr>
          <a:xfrm>
            <a:off x="2283396" y="25225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3" name="Oval 62"/>
          <p:cNvSpPr/>
          <p:nvPr/>
        </p:nvSpPr>
        <p:spPr>
          <a:xfrm>
            <a:off x="2263315" y="24920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Oval 63"/>
          <p:cNvSpPr/>
          <p:nvPr/>
        </p:nvSpPr>
        <p:spPr>
          <a:xfrm>
            <a:off x="2243234" y="24614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5" name="Oval 64"/>
          <p:cNvSpPr/>
          <p:nvPr/>
        </p:nvSpPr>
        <p:spPr>
          <a:xfrm>
            <a:off x="2223153" y="24308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6" name="Oval 65"/>
          <p:cNvSpPr/>
          <p:nvPr/>
        </p:nvSpPr>
        <p:spPr>
          <a:xfrm>
            <a:off x="2203072" y="24003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7" name="Oval 66"/>
          <p:cNvSpPr/>
          <p:nvPr/>
        </p:nvSpPr>
        <p:spPr>
          <a:xfrm>
            <a:off x="2182991" y="236974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Oval 67"/>
          <p:cNvSpPr/>
          <p:nvPr/>
        </p:nvSpPr>
        <p:spPr>
          <a:xfrm>
            <a:off x="2162910" y="23391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9" name="Oval 68"/>
          <p:cNvSpPr/>
          <p:nvPr/>
        </p:nvSpPr>
        <p:spPr>
          <a:xfrm>
            <a:off x="2234736" y="255651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0" name="Oval 69"/>
          <p:cNvSpPr/>
          <p:nvPr/>
        </p:nvSpPr>
        <p:spPr>
          <a:xfrm>
            <a:off x="2213005" y="252709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1" name="Oval 70"/>
          <p:cNvSpPr/>
          <p:nvPr/>
        </p:nvSpPr>
        <p:spPr>
          <a:xfrm>
            <a:off x="2191274" y="24976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Oval 71"/>
          <p:cNvSpPr/>
          <p:nvPr/>
        </p:nvSpPr>
        <p:spPr>
          <a:xfrm>
            <a:off x="2169544" y="2468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3" name="Oval 72"/>
          <p:cNvSpPr/>
          <p:nvPr/>
        </p:nvSpPr>
        <p:spPr>
          <a:xfrm>
            <a:off x="2147813" y="243882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4" name="Oval 73"/>
          <p:cNvSpPr/>
          <p:nvPr/>
        </p:nvSpPr>
        <p:spPr>
          <a:xfrm>
            <a:off x="2126083" y="240940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Oval 74"/>
          <p:cNvSpPr/>
          <p:nvPr/>
        </p:nvSpPr>
        <p:spPr>
          <a:xfrm>
            <a:off x="2104352" y="23799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6" name="Oval 75"/>
          <p:cNvSpPr/>
          <p:nvPr/>
        </p:nvSpPr>
        <p:spPr>
          <a:xfrm>
            <a:off x="2188012" y="25930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7" name="Oval 76"/>
          <p:cNvSpPr/>
          <p:nvPr/>
        </p:nvSpPr>
        <p:spPr>
          <a:xfrm>
            <a:off x="2164698" y="2564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8" name="Oval 77"/>
          <p:cNvSpPr/>
          <p:nvPr/>
        </p:nvSpPr>
        <p:spPr>
          <a:xfrm>
            <a:off x="2141383" y="2536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9" name="Oval 78"/>
          <p:cNvSpPr/>
          <p:nvPr/>
        </p:nvSpPr>
        <p:spPr>
          <a:xfrm>
            <a:off x="2118069" y="250850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0" name="Oval 79"/>
          <p:cNvSpPr/>
          <p:nvPr/>
        </p:nvSpPr>
        <p:spPr>
          <a:xfrm>
            <a:off x="2094754" y="24803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1" name="Oval 80"/>
          <p:cNvSpPr/>
          <p:nvPr/>
        </p:nvSpPr>
        <p:spPr>
          <a:xfrm>
            <a:off x="2071440" y="24521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2" name="Oval 81"/>
          <p:cNvSpPr/>
          <p:nvPr/>
        </p:nvSpPr>
        <p:spPr>
          <a:xfrm>
            <a:off x="2048126" y="2423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3" name="Oval 82"/>
          <p:cNvSpPr/>
          <p:nvPr/>
        </p:nvSpPr>
        <p:spPr>
          <a:xfrm>
            <a:off x="2143367" y="263209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4" name="Oval 83"/>
          <p:cNvSpPr/>
          <p:nvPr/>
        </p:nvSpPr>
        <p:spPr>
          <a:xfrm>
            <a:off x="2118539" y="260524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5" name="Oval 84"/>
          <p:cNvSpPr/>
          <p:nvPr/>
        </p:nvSpPr>
        <p:spPr>
          <a:xfrm>
            <a:off x="2093711" y="25783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6" name="Oval 85"/>
          <p:cNvSpPr/>
          <p:nvPr/>
        </p:nvSpPr>
        <p:spPr>
          <a:xfrm>
            <a:off x="2068883" y="25515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7" name="Oval 86"/>
          <p:cNvSpPr/>
          <p:nvPr/>
        </p:nvSpPr>
        <p:spPr>
          <a:xfrm>
            <a:off x="2044056" y="252466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8" name="Oval 87"/>
          <p:cNvSpPr/>
          <p:nvPr/>
        </p:nvSpPr>
        <p:spPr>
          <a:xfrm>
            <a:off x="2019228" y="24978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9" name="Oval 88"/>
          <p:cNvSpPr/>
          <p:nvPr/>
        </p:nvSpPr>
        <p:spPr>
          <a:xfrm>
            <a:off x="1994400" y="247094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0" name="Oval 89"/>
          <p:cNvSpPr/>
          <p:nvPr/>
        </p:nvSpPr>
        <p:spPr>
          <a:xfrm>
            <a:off x="2100935" y="26735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1" name="Oval 90"/>
          <p:cNvSpPr/>
          <p:nvPr/>
        </p:nvSpPr>
        <p:spPr>
          <a:xfrm>
            <a:off x="2074669" y="26480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2" name="Oval 91"/>
          <p:cNvSpPr/>
          <p:nvPr/>
        </p:nvSpPr>
        <p:spPr>
          <a:xfrm>
            <a:off x="2048403" y="262263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3" name="Oval 92"/>
          <p:cNvSpPr/>
          <p:nvPr/>
        </p:nvSpPr>
        <p:spPr>
          <a:xfrm>
            <a:off x="2022136" y="259718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4" name="Oval 93"/>
          <p:cNvSpPr/>
          <p:nvPr/>
        </p:nvSpPr>
        <p:spPr>
          <a:xfrm>
            <a:off x="1995870" y="25717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5" name="Oval 94"/>
          <p:cNvSpPr/>
          <p:nvPr/>
        </p:nvSpPr>
        <p:spPr>
          <a:xfrm>
            <a:off x="1969604" y="25462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6" name="Oval 95"/>
          <p:cNvSpPr/>
          <p:nvPr/>
        </p:nvSpPr>
        <p:spPr>
          <a:xfrm>
            <a:off x="1943338" y="252082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7" name="Oval 96"/>
          <p:cNvSpPr/>
          <p:nvPr/>
        </p:nvSpPr>
        <p:spPr>
          <a:xfrm>
            <a:off x="2060844" y="27172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8" name="Oval 97"/>
          <p:cNvSpPr/>
          <p:nvPr/>
        </p:nvSpPr>
        <p:spPr>
          <a:xfrm>
            <a:off x="2033219" y="26932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9" name="Oval 98"/>
          <p:cNvSpPr/>
          <p:nvPr/>
        </p:nvSpPr>
        <p:spPr>
          <a:xfrm>
            <a:off x="2005594" y="26693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0" name="Oval 99"/>
          <p:cNvSpPr/>
          <p:nvPr/>
        </p:nvSpPr>
        <p:spPr>
          <a:xfrm>
            <a:off x="1977969" y="264534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1" name="Oval 100"/>
          <p:cNvSpPr/>
          <p:nvPr/>
        </p:nvSpPr>
        <p:spPr>
          <a:xfrm>
            <a:off x="1950344" y="26213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2" name="Oval 101"/>
          <p:cNvSpPr/>
          <p:nvPr/>
        </p:nvSpPr>
        <p:spPr>
          <a:xfrm>
            <a:off x="1922719" y="259739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3" name="Oval 102"/>
          <p:cNvSpPr/>
          <p:nvPr/>
        </p:nvSpPr>
        <p:spPr>
          <a:xfrm>
            <a:off x="1895093" y="257342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4" name="Oval 103"/>
          <p:cNvSpPr/>
          <p:nvPr/>
        </p:nvSpPr>
        <p:spPr>
          <a:xfrm>
            <a:off x="2023217" y="276310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5" name="Oval 104"/>
          <p:cNvSpPr/>
          <p:nvPr/>
        </p:nvSpPr>
        <p:spPr>
          <a:xfrm>
            <a:off x="1994316" y="27406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6" name="Oval 105"/>
          <p:cNvSpPr/>
          <p:nvPr/>
        </p:nvSpPr>
        <p:spPr>
          <a:xfrm>
            <a:off x="1965415" y="27182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7" name="Oval 106"/>
          <p:cNvSpPr/>
          <p:nvPr/>
        </p:nvSpPr>
        <p:spPr>
          <a:xfrm>
            <a:off x="1936514" y="26958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8" name="Oval 107"/>
          <p:cNvSpPr/>
          <p:nvPr/>
        </p:nvSpPr>
        <p:spPr>
          <a:xfrm>
            <a:off x="1907614" y="267343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9" name="Oval 108"/>
          <p:cNvSpPr/>
          <p:nvPr/>
        </p:nvSpPr>
        <p:spPr>
          <a:xfrm>
            <a:off x="1878713" y="26510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0" name="Oval 109"/>
          <p:cNvSpPr/>
          <p:nvPr/>
        </p:nvSpPr>
        <p:spPr>
          <a:xfrm>
            <a:off x="1849812" y="262860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1" name="Oval 110"/>
          <p:cNvSpPr/>
          <p:nvPr/>
        </p:nvSpPr>
        <p:spPr>
          <a:xfrm>
            <a:off x="1988165" y="281095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2" name="Oval 111"/>
          <p:cNvSpPr/>
          <p:nvPr/>
        </p:nvSpPr>
        <p:spPr>
          <a:xfrm>
            <a:off x="1958076" y="279015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3" name="Oval 112"/>
          <p:cNvSpPr/>
          <p:nvPr/>
        </p:nvSpPr>
        <p:spPr>
          <a:xfrm>
            <a:off x="1927987" y="276936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4" name="Oval 113"/>
          <p:cNvSpPr/>
          <p:nvPr/>
        </p:nvSpPr>
        <p:spPr>
          <a:xfrm>
            <a:off x="1897898" y="274856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5" name="Oval 114"/>
          <p:cNvSpPr/>
          <p:nvPr/>
        </p:nvSpPr>
        <p:spPr>
          <a:xfrm>
            <a:off x="1867809" y="27277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6" name="Oval 115"/>
          <p:cNvSpPr/>
          <p:nvPr/>
        </p:nvSpPr>
        <p:spPr>
          <a:xfrm>
            <a:off x="1837720" y="27069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7" name="Oval 116"/>
          <p:cNvSpPr/>
          <p:nvPr/>
        </p:nvSpPr>
        <p:spPr>
          <a:xfrm>
            <a:off x="1807632" y="2686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8" name="Oval 117"/>
          <p:cNvSpPr/>
          <p:nvPr/>
        </p:nvSpPr>
        <p:spPr>
          <a:xfrm>
            <a:off x="1955796" y="28606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9" name="Oval 118"/>
          <p:cNvSpPr/>
          <p:nvPr/>
        </p:nvSpPr>
        <p:spPr>
          <a:xfrm>
            <a:off x="1924609" y="284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0" name="Oval 119"/>
          <p:cNvSpPr/>
          <p:nvPr/>
        </p:nvSpPr>
        <p:spPr>
          <a:xfrm>
            <a:off x="1893423" y="282243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1" name="Oval 120"/>
          <p:cNvSpPr/>
          <p:nvPr/>
        </p:nvSpPr>
        <p:spPr>
          <a:xfrm>
            <a:off x="1862237" y="28033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2" name="Oval 121"/>
          <p:cNvSpPr/>
          <p:nvPr/>
        </p:nvSpPr>
        <p:spPr>
          <a:xfrm>
            <a:off x="1831051" y="278421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3" name="Oval 122"/>
          <p:cNvSpPr/>
          <p:nvPr/>
        </p:nvSpPr>
        <p:spPr>
          <a:xfrm>
            <a:off x="1799865" y="27651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4" name="Oval 123"/>
          <p:cNvSpPr/>
          <p:nvPr/>
        </p:nvSpPr>
        <p:spPr>
          <a:xfrm>
            <a:off x="1768679" y="274599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5" name="Oval 124"/>
          <p:cNvSpPr/>
          <p:nvPr/>
        </p:nvSpPr>
        <p:spPr>
          <a:xfrm>
            <a:off x="1926206" y="29120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6" name="Oval 125"/>
          <p:cNvSpPr/>
          <p:nvPr/>
        </p:nvSpPr>
        <p:spPr>
          <a:xfrm>
            <a:off x="1894017" y="289469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7" name="Oval 126"/>
          <p:cNvSpPr/>
          <p:nvPr/>
        </p:nvSpPr>
        <p:spPr>
          <a:xfrm>
            <a:off x="1861828" y="28773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8" name="Oval 127"/>
          <p:cNvSpPr/>
          <p:nvPr/>
        </p:nvSpPr>
        <p:spPr>
          <a:xfrm>
            <a:off x="1829639" y="285995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9" name="Oval 128"/>
          <p:cNvSpPr/>
          <p:nvPr/>
        </p:nvSpPr>
        <p:spPr>
          <a:xfrm>
            <a:off x="1797449" y="284258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0" name="Oval 129"/>
          <p:cNvSpPr/>
          <p:nvPr/>
        </p:nvSpPr>
        <p:spPr>
          <a:xfrm>
            <a:off x="1765260" y="282522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1" name="Oval 130"/>
          <p:cNvSpPr/>
          <p:nvPr/>
        </p:nvSpPr>
        <p:spPr>
          <a:xfrm>
            <a:off x="1733071" y="280785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2" name="Oval 131"/>
          <p:cNvSpPr/>
          <p:nvPr/>
        </p:nvSpPr>
        <p:spPr>
          <a:xfrm>
            <a:off x="1899486" y="296501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3" name="Oval 132"/>
          <p:cNvSpPr/>
          <p:nvPr/>
        </p:nvSpPr>
        <p:spPr>
          <a:xfrm>
            <a:off x="1866391" y="294944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4" name="Oval 133"/>
          <p:cNvSpPr/>
          <p:nvPr/>
        </p:nvSpPr>
        <p:spPr>
          <a:xfrm>
            <a:off x="1833296" y="293386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5" name="Oval 134"/>
          <p:cNvSpPr/>
          <p:nvPr/>
        </p:nvSpPr>
        <p:spPr>
          <a:xfrm>
            <a:off x="1800201" y="29182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6" name="Oval 135"/>
          <p:cNvSpPr/>
          <p:nvPr/>
        </p:nvSpPr>
        <p:spPr>
          <a:xfrm>
            <a:off x="1767107" y="290272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7" name="Oval 136"/>
          <p:cNvSpPr/>
          <p:nvPr/>
        </p:nvSpPr>
        <p:spPr>
          <a:xfrm>
            <a:off x="1734012" y="288714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8" name="Oval 137"/>
          <p:cNvSpPr/>
          <p:nvPr/>
        </p:nvSpPr>
        <p:spPr>
          <a:xfrm>
            <a:off x="1700917" y="287157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9" name="Oval 138"/>
          <p:cNvSpPr/>
          <p:nvPr/>
        </p:nvSpPr>
        <p:spPr>
          <a:xfrm>
            <a:off x="1875717" y="30193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0" name="Oval 139"/>
          <p:cNvSpPr/>
          <p:nvPr/>
        </p:nvSpPr>
        <p:spPr>
          <a:xfrm>
            <a:off x="1841816" y="300562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1" name="Oval 140"/>
          <p:cNvSpPr/>
          <p:nvPr/>
        </p:nvSpPr>
        <p:spPr>
          <a:xfrm>
            <a:off x="1807915" y="29918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2" name="Oval 141"/>
          <p:cNvSpPr/>
          <p:nvPr/>
        </p:nvSpPr>
        <p:spPr>
          <a:xfrm>
            <a:off x="1774015" y="297816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3" name="Oval 142"/>
          <p:cNvSpPr/>
          <p:nvPr/>
        </p:nvSpPr>
        <p:spPr>
          <a:xfrm>
            <a:off x="1740114" y="2964432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4" name="Oval 143"/>
          <p:cNvSpPr/>
          <p:nvPr/>
        </p:nvSpPr>
        <p:spPr>
          <a:xfrm>
            <a:off x="1706213" y="295070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5" name="Oval 144"/>
          <p:cNvSpPr/>
          <p:nvPr/>
        </p:nvSpPr>
        <p:spPr>
          <a:xfrm>
            <a:off x="1672312" y="2936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6" name="Oval 145"/>
          <p:cNvSpPr/>
          <p:nvPr/>
        </p:nvSpPr>
        <p:spPr>
          <a:xfrm>
            <a:off x="1854969" y="307492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7" name="Oval 146"/>
          <p:cNvSpPr/>
          <p:nvPr/>
        </p:nvSpPr>
        <p:spPr>
          <a:xfrm>
            <a:off x="1820365" y="30630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8" name="Oval 147"/>
          <p:cNvSpPr/>
          <p:nvPr/>
        </p:nvSpPr>
        <p:spPr>
          <a:xfrm>
            <a:off x="1785761" y="305122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9" name="Oval 148"/>
          <p:cNvSpPr/>
          <p:nvPr/>
        </p:nvSpPr>
        <p:spPr>
          <a:xfrm>
            <a:off x="1751157" y="30393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0" name="Oval 149"/>
          <p:cNvSpPr/>
          <p:nvPr/>
        </p:nvSpPr>
        <p:spPr>
          <a:xfrm>
            <a:off x="1716553" y="30275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1" name="Oval 150"/>
          <p:cNvSpPr/>
          <p:nvPr/>
        </p:nvSpPr>
        <p:spPr>
          <a:xfrm>
            <a:off x="1681949" y="301568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2" name="Oval 151"/>
          <p:cNvSpPr/>
          <p:nvPr/>
        </p:nvSpPr>
        <p:spPr>
          <a:xfrm>
            <a:off x="1647345" y="300383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3" name="Oval 152"/>
          <p:cNvSpPr/>
          <p:nvPr/>
        </p:nvSpPr>
        <p:spPr>
          <a:xfrm>
            <a:off x="1837306" y="31315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4" name="Oval 153"/>
          <p:cNvSpPr/>
          <p:nvPr/>
        </p:nvSpPr>
        <p:spPr>
          <a:xfrm>
            <a:off x="1802103" y="31216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5" name="Oval 154"/>
          <p:cNvSpPr/>
          <p:nvPr/>
        </p:nvSpPr>
        <p:spPr>
          <a:xfrm>
            <a:off x="1766900" y="311168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6" name="Oval 155"/>
          <p:cNvSpPr/>
          <p:nvPr/>
        </p:nvSpPr>
        <p:spPr>
          <a:xfrm>
            <a:off x="1731698" y="31017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7" name="Oval 156"/>
          <p:cNvSpPr/>
          <p:nvPr/>
        </p:nvSpPr>
        <p:spPr>
          <a:xfrm>
            <a:off x="1696495" y="309183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8" name="Oval 157"/>
          <p:cNvSpPr/>
          <p:nvPr/>
        </p:nvSpPr>
        <p:spPr>
          <a:xfrm>
            <a:off x="1661292" y="308190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9" name="Oval 158"/>
          <p:cNvSpPr/>
          <p:nvPr/>
        </p:nvSpPr>
        <p:spPr>
          <a:xfrm>
            <a:off x="1626089" y="307197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0" name="Oval 159"/>
          <p:cNvSpPr/>
          <p:nvPr/>
        </p:nvSpPr>
        <p:spPr>
          <a:xfrm>
            <a:off x="1822781" y="318905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1" name="Oval 160"/>
          <p:cNvSpPr/>
          <p:nvPr/>
        </p:nvSpPr>
        <p:spPr>
          <a:xfrm>
            <a:off x="1787086" y="318107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2" name="Oval 161"/>
          <p:cNvSpPr/>
          <p:nvPr/>
        </p:nvSpPr>
        <p:spPr>
          <a:xfrm>
            <a:off x="1751391" y="317309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3" name="Oval 162"/>
          <p:cNvSpPr/>
          <p:nvPr/>
        </p:nvSpPr>
        <p:spPr>
          <a:xfrm>
            <a:off x="1715696" y="316511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4" name="Oval 163"/>
          <p:cNvSpPr/>
          <p:nvPr/>
        </p:nvSpPr>
        <p:spPr>
          <a:xfrm>
            <a:off x="1680001" y="3157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5" name="Oval 164"/>
          <p:cNvSpPr/>
          <p:nvPr/>
        </p:nvSpPr>
        <p:spPr>
          <a:xfrm>
            <a:off x="1644305" y="314915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6" name="Oval 165"/>
          <p:cNvSpPr/>
          <p:nvPr/>
        </p:nvSpPr>
        <p:spPr>
          <a:xfrm>
            <a:off x="1608610" y="314118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7" name="Oval 166"/>
          <p:cNvSpPr/>
          <p:nvPr/>
        </p:nvSpPr>
        <p:spPr>
          <a:xfrm>
            <a:off x="1811438" y="324727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8" name="Oval 167"/>
          <p:cNvSpPr/>
          <p:nvPr/>
        </p:nvSpPr>
        <p:spPr>
          <a:xfrm>
            <a:off x="1775359" y="3241266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9" name="Oval 168"/>
          <p:cNvSpPr/>
          <p:nvPr/>
        </p:nvSpPr>
        <p:spPr>
          <a:xfrm>
            <a:off x="1739279" y="323526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0" name="Oval 169"/>
          <p:cNvSpPr/>
          <p:nvPr/>
        </p:nvSpPr>
        <p:spPr>
          <a:xfrm>
            <a:off x="1703199" y="322925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1" name="Oval 170"/>
          <p:cNvSpPr/>
          <p:nvPr/>
        </p:nvSpPr>
        <p:spPr>
          <a:xfrm>
            <a:off x="1667120" y="322325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2" name="Oval 171"/>
          <p:cNvSpPr/>
          <p:nvPr/>
        </p:nvSpPr>
        <p:spPr>
          <a:xfrm>
            <a:off x="1631040" y="321724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3" name="Oval 172"/>
          <p:cNvSpPr/>
          <p:nvPr/>
        </p:nvSpPr>
        <p:spPr>
          <a:xfrm>
            <a:off x="1594960" y="3211239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4" name="Oval 173"/>
          <p:cNvSpPr/>
          <p:nvPr/>
        </p:nvSpPr>
        <p:spPr>
          <a:xfrm>
            <a:off x="1803312" y="3306025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5" name="Oval 174"/>
          <p:cNvSpPr/>
          <p:nvPr/>
        </p:nvSpPr>
        <p:spPr>
          <a:xfrm>
            <a:off x="1766956" y="3302011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6" name="Oval 175"/>
          <p:cNvSpPr/>
          <p:nvPr/>
        </p:nvSpPr>
        <p:spPr>
          <a:xfrm>
            <a:off x="1730601" y="329799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7" name="Oval 176"/>
          <p:cNvSpPr/>
          <p:nvPr/>
        </p:nvSpPr>
        <p:spPr>
          <a:xfrm>
            <a:off x="1694246" y="3293984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8" name="Oval 177"/>
          <p:cNvSpPr/>
          <p:nvPr/>
        </p:nvSpPr>
        <p:spPr>
          <a:xfrm>
            <a:off x="1657891" y="3289970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9" name="Oval 178"/>
          <p:cNvSpPr/>
          <p:nvPr/>
        </p:nvSpPr>
        <p:spPr>
          <a:xfrm>
            <a:off x="1621536" y="328595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0" name="Oval 179"/>
          <p:cNvSpPr/>
          <p:nvPr/>
        </p:nvSpPr>
        <p:spPr>
          <a:xfrm>
            <a:off x="1585181" y="3281943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1" name="Oval 180"/>
          <p:cNvSpPr/>
          <p:nvPr/>
        </p:nvSpPr>
        <p:spPr>
          <a:xfrm>
            <a:off x="1798426" y="336513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2" name="Oval 181"/>
          <p:cNvSpPr/>
          <p:nvPr/>
        </p:nvSpPr>
        <p:spPr>
          <a:xfrm>
            <a:off x="1761905" y="33631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3" name="Oval 182"/>
          <p:cNvSpPr/>
          <p:nvPr/>
        </p:nvSpPr>
        <p:spPr>
          <a:xfrm>
            <a:off x="1725384" y="336111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4" name="Oval 183"/>
          <p:cNvSpPr/>
          <p:nvPr/>
        </p:nvSpPr>
        <p:spPr>
          <a:xfrm>
            <a:off x="1688864" y="335910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5" name="Oval 184"/>
          <p:cNvSpPr/>
          <p:nvPr/>
        </p:nvSpPr>
        <p:spPr>
          <a:xfrm>
            <a:off x="1652343" y="335709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6" name="Oval 185"/>
          <p:cNvSpPr/>
          <p:nvPr/>
        </p:nvSpPr>
        <p:spPr>
          <a:xfrm>
            <a:off x="1615822" y="335508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7" name="Oval 186"/>
          <p:cNvSpPr/>
          <p:nvPr/>
        </p:nvSpPr>
        <p:spPr>
          <a:xfrm>
            <a:off x="1579301" y="3353078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8" name="Oval 187"/>
          <p:cNvSpPr/>
          <p:nvPr/>
        </p:nvSpPr>
        <p:spPr>
          <a:xfrm>
            <a:off x="179679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9" name="Oval 188"/>
          <p:cNvSpPr/>
          <p:nvPr/>
        </p:nvSpPr>
        <p:spPr>
          <a:xfrm>
            <a:off x="176022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0" name="Oval 189"/>
          <p:cNvSpPr/>
          <p:nvPr/>
        </p:nvSpPr>
        <p:spPr>
          <a:xfrm>
            <a:off x="1723644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1" name="Oval 190"/>
          <p:cNvSpPr/>
          <p:nvPr/>
        </p:nvSpPr>
        <p:spPr>
          <a:xfrm>
            <a:off x="1687068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2" name="Oval 191"/>
          <p:cNvSpPr/>
          <p:nvPr/>
        </p:nvSpPr>
        <p:spPr>
          <a:xfrm>
            <a:off x="1650492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3" name="Oval 192"/>
          <p:cNvSpPr/>
          <p:nvPr/>
        </p:nvSpPr>
        <p:spPr>
          <a:xfrm>
            <a:off x="1613916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4" name="Oval 193"/>
          <p:cNvSpPr/>
          <p:nvPr/>
        </p:nvSpPr>
        <p:spPr>
          <a:xfrm>
            <a:off x="1577340" y="3424427"/>
            <a:ext cx="100584" cy="100584"/>
          </a:xfrm>
          <a:prstGeom prst="ellipse">
            <a:avLst/>
          </a:prstGeom>
          <a:solidFill>
            <a:srgbClr val="C0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5" name="Oval 194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6" name="Oval 195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7" name="Oval 196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8" name="Oval 197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9" name="Oval 198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0" name="Oval 199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1" name="Oval 200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2" name="Oval 201"/>
          <p:cNvSpPr/>
          <p:nvPr/>
        </p:nvSpPr>
        <p:spPr>
          <a:xfrm>
            <a:off x="2640413" y="237142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3" name="Oval 202"/>
          <p:cNvSpPr/>
          <p:nvPr/>
        </p:nvSpPr>
        <p:spPr>
          <a:xfrm>
            <a:off x="2632434" y="233572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4" name="Oval 203"/>
          <p:cNvSpPr/>
          <p:nvPr/>
        </p:nvSpPr>
        <p:spPr>
          <a:xfrm>
            <a:off x="2624455" y="2300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5" name="Oval 204"/>
          <p:cNvSpPr/>
          <p:nvPr/>
        </p:nvSpPr>
        <p:spPr>
          <a:xfrm>
            <a:off x="2616476" y="22643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6" name="Oval 205"/>
          <p:cNvSpPr/>
          <p:nvPr/>
        </p:nvSpPr>
        <p:spPr>
          <a:xfrm>
            <a:off x="2608497" y="222864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7" name="Oval 206"/>
          <p:cNvSpPr/>
          <p:nvPr/>
        </p:nvSpPr>
        <p:spPr>
          <a:xfrm>
            <a:off x="2600519" y="219294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8" name="Oval 207"/>
          <p:cNvSpPr/>
          <p:nvPr/>
        </p:nvSpPr>
        <p:spPr>
          <a:xfrm>
            <a:off x="2592540" y="215725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9" name="Oval 208"/>
          <p:cNvSpPr/>
          <p:nvPr/>
        </p:nvSpPr>
        <p:spPr>
          <a:xfrm>
            <a:off x="2574758" y="23882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0" name="Oval 209"/>
          <p:cNvSpPr/>
          <p:nvPr/>
        </p:nvSpPr>
        <p:spPr>
          <a:xfrm>
            <a:off x="2564554" y="235315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1" name="Oval 210"/>
          <p:cNvSpPr/>
          <p:nvPr/>
        </p:nvSpPr>
        <p:spPr>
          <a:xfrm>
            <a:off x="2554350" y="231803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2" name="Oval 211"/>
          <p:cNvSpPr/>
          <p:nvPr/>
        </p:nvSpPr>
        <p:spPr>
          <a:xfrm>
            <a:off x="2544145" y="228290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3" name="Oval 212"/>
          <p:cNvSpPr/>
          <p:nvPr/>
        </p:nvSpPr>
        <p:spPr>
          <a:xfrm>
            <a:off x="2533941" y="224778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4" name="Oval 213"/>
          <p:cNvSpPr/>
          <p:nvPr/>
        </p:nvSpPr>
        <p:spPr>
          <a:xfrm>
            <a:off x="2523736" y="22126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5" name="Oval 214"/>
          <p:cNvSpPr/>
          <p:nvPr/>
        </p:nvSpPr>
        <p:spPr>
          <a:xfrm>
            <a:off x="2513532" y="217753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6" name="Oval 215"/>
          <p:cNvSpPr/>
          <p:nvPr/>
        </p:nvSpPr>
        <p:spPr>
          <a:xfrm>
            <a:off x="2510292" y="2409225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7" name="Oval 216"/>
          <p:cNvSpPr/>
          <p:nvPr/>
        </p:nvSpPr>
        <p:spPr>
          <a:xfrm>
            <a:off x="2497902" y="237481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8" name="Oval 217"/>
          <p:cNvSpPr/>
          <p:nvPr/>
        </p:nvSpPr>
        <p:spPr>
          <a:xfrm>
            <a:off x="2485513" y="2340397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9" name="Oval 218"/>
          <p:cNvSpPr/>
          <p:nvPr/>
        </p:nvSpPr>
        <p:spPr>
          <a:xfrm>
            <a:off x="2473123" y="230598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0" name="Oval 219"/>
          <p:cNvSpPr/>
          <p:nvPr/>
        </p:nvSpPr>
        <p:spPr>
          <a:xfrm>
            <a:off x="2460733" y="22715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1" name="Oval 220"/>
          <p:cNvSpPr/>
          <p:nvPr/>
        </p:nvSpPr>
        <p:spPr>
          <a:xfrm>
            <a:off x="2448344" y="223715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2" name="Oval 221"/>
          <p:cNvSpPr/>
          <p:nvPr/>
        </p:nvSpPr>
        <p:spPr>
          <a:xfrm>
            <a:off x="2435954" y="2202743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3" name="Oval 222"/>
          <p:cNvSpPr/>
          <p:nvPr/>
        </p:nvSpPr>
        <p:spPr>
          <a:xfrm>
            <a:off x="2447268" y="2434178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4" name="Oval 223"/>
          <p:cNvSpPr/>
          <p:nvPr/>
        </p:nvSpPr>
        <p:spPr>
          <a:xfrm>
            <a:off x="2432742" y="240061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5" name="Oval 224"/>
          <p:cNvSpPr/>
          <p:nvPr/>
        </p:nvSpPr>
        <p:spPr>
          <a:xfrm>
            <a:off x="2418216" y="236704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6" name="Oval 225"/>
          <p:cNvSpPr/>
          <p:nvPr/>
        </p:nvSpPr>
        <p:spPr>
          <a:xfrm>
            <a:off x="2403690" y="2333474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7" name="Oval 226"/>
          <p:cNvSpPr/>
          <p:nvPr/>
        </p:nvSpPr>
        <p:spPr>
          <a:xfrm>
            <a:off x="2389164" y="2299906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8" name="Oval 227"/>
          <p:cNvSpPr/>
          <p:nvPr/>
        </p:nvSpPr>
        <p:spPr>
          <a:xfrm>
            <a:off x="2374638" y="22663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9" name="Oval 228"/>
          <p:cNvSpPr/>
          <p:nvPr/>
        </p:nvSpPr>
        <p:spPr>
          <a:xfrm>
            <a:off x="2360112" y="223277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0" name="Oval 229"/>
          <p:cNvSpPr/>
          <p:nvPr/>
        </p:nvSpPr>
        <p:spPr>
          <a:xfrm>
            <a:off x="2385935" y="246303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1" name="Oval 230"/>
          <p:cNvSpPr/>
          <p:nvPr/>
        </p:nvSpPr>
        <p:spPr>
          <a:xfrm>
            <a:off x="2369330" y="2430449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2" name="Oval 231"/>
          <p:cNvSpPr/>
          <p:nvPr/>
        </p:nvSpPr>
        <p:spPr>
          <a:xfrm>
            <a:off x="2352725" y="239786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3" name="Oval 232"/>
          <p:cNvSpPr/>
          <p:nvPr/>
        </p:nvSpPr>
        <p:spPr>
          <a:xfrm>
            <a:off x="2336120" y="2365270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4" name="Oval 233"/>
          <p:cNvSpPr/>
          <p:nvPr/>
        </p:nvSpPr>
        <p:spPr>
          <a:xfrm>
            <a:off x="2319515" y="233268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5" name="Oval 234"/>
          <p:cNvSpPr/>
          <p:nvPr/>
        </p:nvSpPr>
        <p:spPr>
          <a:xfrm>
            <a:off x="2302910" y="2300091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6" name="Oval 235"/>
          <p:cNvSpPr/>
          <p:nvPr/>
        </p:nvSpPr>
        <p:spPr>
          <a:xfrm>
            <a:off x="2286304" y="2267502"/>
            <a:ext cx="100584" cy="100584"/>
          </a:xfrm>
          <a:prstGeom prst="ellipse">
            <a:avLst/>
          </a:prstGeom>
          <a:solidFill>
            <a:srgbClr val="FFC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7" name="Oval 236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8" name="Oval 237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9" name="Oval 238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0" name="Oval 239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1" name="Oval 240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2" name="Oval 241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3" name="Oval 242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4" name="Oval 243"/>
          <p:cNvSpPr/>
          <p:nvPr/>
        </p:nvSpPr>
        <p:spPr>
          <a:xfrm>
            <a:off x="2988573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5" name="Oval 244"/>
          <p:cNvSpPr/>
          <p:nvPr/>
        </p:nvSpPr>
        <p:spPr>
          <a:xfrm>
            <a:off x="2992396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6" name="Oval 245"/>
          <p:cNvSpPr/>
          <p:nvPr/>
        </p:nvSpPr>
        <p:spPr>
          <a:xfrm>
            <a:off x="2996219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7" name="Oval 246"/>
          <p:cNvSpPr/>
          <p:nvPr/>
        </p:nvSpPr>
        <p:spPr>
          <a:xfrm>
            <a:off x="3000043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8" name="Oval 247"/>
          <p:cNvSpPr/>
          <p:nvPr/>
        </p:nvSpPr>
        <p:spPr>
          <a:xfrm>
            <a:off x="3003866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49" name="Oval 248"/>
          <p:cNvSpPr/>
          <p:nvPr/>
        </p:nvSpPr>
        <p:spPr>
          <a:xfrm>
            <a:off x="3007689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0" name="Oval 249"/>
          <p:cNvSpPr/>
          <p:nvPr/>
        </p:nvSpPr>
        <p:spPr>
          <a:xfrm>
            <a:off x="3011512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1" name="Oval 250"/>
          <p:cNvSpPr/>
          <p:nvPr/>
        </p:nvSpPr>
        <p:spPr>
          <a:xfrm>
            <a:off x="2932258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2" name="Oval 251"/>
          <p:cNvSpPr/>
          <p:nvPr/>
        </p:nvSpPr>
        <p:spPr>
          <a:xfrm>
            <a:off x="2934172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3" name="Oval 252"/>
          <p:cNvSpPr/>
          <p:nvPr/>
        </p:nvSpPr>
        <p:spPr>
          <a:xfrm>
            <a:off x="2936086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4" name="Oval 253"/>
          <p:cNvSpPr/>
          <p:nvPr/>
        </p:nvSpPr>
        <p:spPr>
          <a:xfrm>
            <a:off x="2938000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5" name="Oval 254"/>
          <p:cNvSpPr/>
          <p:nvPr/>
        </p:nvSpPr>
        <p:spPr>
          <a:xfrm>
            <a:off x="2939915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6" name="Oval 255"/>
          <p:cNvSpPr/>
          <p:nvPr/>
        </p:nvSpPr>
        <p:spPr>
          <a:xfrm>
            <a:off x="2941829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7" name="Oval 256"/>
          <p:cNvSpPr/>
          <p:nvPr/>
        </p:nvSpPr>
        <p:spPr>
          <a:xfrm>
            <a:off x="2943743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8" name="Oval 257"/>
          <p:cNvSpPr/>
          <p:nvPr/>
        </p:nvSpPr>
        <p:spPr>
          <a:xfrm>
            <a:off x="2875788" y="234543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9" name="Oval 258"/>
          <p:cNvSpPr/>
          <p:nvPr/>
        </p:nvSpPr>
        <p:spPr>
          <a:xfrm>
            <a:off x="2875788" y="230886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0" name="Oval 259"/>
          <p:cNvSpPr/>
          <p:nvPr/>
        </p:nvSpPr>
        <p:spPr>
          <a:xfrm>
            <a:off x="2875788" y="227228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1" name="Oval 260"/>
          <p:cNvSpPr/>
          <p:nvPr/>
        </p:nvSpPr>
        <p:spPr>
          <a:xfrm>
            <a:off x="2875788" y="223570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2" name="Oval 261"/>
          <p:cNvSpPr/>
          <p:nvPr/>
        </p:nvSpPr>
        <p:spPr>
          <a:xfrm>
            <a:off x="2875788" y="219913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3" name="Oval 262"/>
          <p:cNvSpPr/>
          <p:nvPr/>
        </p:nvSpPr>
        <p:spPr>
          <a:xfrm>
            <a:off x="2875788" y="216255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4" name="Oval 263"/>
          <p:cNvSpPr/>
          <p:nvPr/>
        </p:nvSpPr>
        <p:spPr>
          <a:xfrm>
            <a:off x="2875788" y="212597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5" name="Oval 264"/>
          <p:cNvSpPr/>
          <p:nvPr/>
        </p:nvSpPr>
        <p:spPr>
          <a:xfrm>
            <a:off x="2819317" y="234691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6" name="Oval 265"/>
          <p:cNvSpPr/>
          <p:nvPr/>
        </p:nvSpPr>
        <p:spPr>
          <a:xfrm>
            <a:off x="2817403" y="231038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7" name="Oval 266"/>
          <p:cNvSpPr/>
          <p:nvPr/>
        </p:nvSpPr>
        <p:spPr>
          <a:xfrm>
            <a:off x="2815489" y="2273862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8" name="Oval 267"/>
          <p:cNvSpPr/>
          <p:nvPr/>
        </p:nvSpPr>
        <p:spPr>
          <a:xfrm>
            <a:off x="2813575" y="223733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69" name="Oval 268"/>
          <p:cNvSpPr/>
          <p:nvPr/>
        </p:nvSpPr>
        <p:spPr>
          <a:xfrm>
            <a:off x="2811660" y="220081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0" name="Oval 269"/>
          <p:cNvSpPr/>
          <p:nvPr/>
        </p:nvSpPr>
        <p:spPr>
          <a:xfrm>
            <a:off x="2809746" y="216428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1" name="Oval 270"/>
          <p:cNvSpPr/>
          <p:nvPr/>
        </p:nvSpPr>
        <p:spPr>
          <a:xfrm>
            <a:off x="2807832" y="212775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2" name="Oval 271"/>
          <p:cNvSpPr/>
          <p:nvPr/>
        </p:nvSpPr>
        <p:spPr>
          <a:xfrm>
            <a:off x="2763002" y="235134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3" name="Oval 272"/>
          <p:cNvSpPr/>
          <p:nvPr/>
        </p:nvSpPr>
        <p:spPr>
          <a:xfrm>
            <a:off x="2759179" y="231497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4" name="Oval 273"/>
          <p:cNvSpPr/>
          <p:nvPr/>
        </p:nvSpPr>
        <p:spPr>
          <a:xfrm>
            <a:off x="2755356" y="2278595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5" name="Oval 274"/>
          <p:cNvSpPr/>
          <p:nvPr/>
        </p:nvSpPr>
        <p:spPr>
          <a:xfrm>
            <a:off x="2751532" y="2242219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6" name="Oval 275"/>
          <p:cNvSpPr/>
          <p:nvPr/>
        </p:nvSpPr>
        <p:spPr>
          <a:xfrm>
            <a:off x="2747709" y="220584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7" name="Oval 276"/>
          <p:cNvSpPr/>
          <p:nvPr/>
        </p:nvSpPr>
        <p:spPr>
          <a:xfrm>
            <a:off x="2743886" y="2169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8" name="Oval 277"/>
          <p:cNvSpPr/>
          <p:nvPr/>
        </p:nvSpPr>
        <p:spPr>
          <a:xfrm>
            <a:off x="2740063" y="213309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9" name="Oval 278"/>
          <p:cNvSpPr/>
          <p:nvPr/>
        </p:nvSpPr>
        <p:spPr>
          <a:xfrm>
            <a:off x="2706996" y="2358720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0" name="Oval 279"/>
          <p:cNvSpPr/>
          <p:nvPr/>
        </p:nvSpPr>
        <p:spPr>
          <a:xfrm>
            <a:off x="2701274" y="2322594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1" name="Oval 280"/>
          <p:cNvSpPr/>
          <p:nvPr/>
        </p:nvSpPr>
        <p:spPr>
          <a:xfrm>
            <a:off x="2695552" y="2286468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2" name="Oval 281"/>
          <p:cNvSpPr/>
          <p:nvPr/>
        </p:nvSpPr>
        <p:spPr>
          <a:xfrm>
            <a:off x="2689831" y="2250343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3" name="Oval 282"/>
          <p:cNvSpPr/>
          <p:nvPr/>
        </p:nvSpPr>
        <p:spPr>
          <a:xfrm>
            <a:off x="2684109" y="2214217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4" name="Oval 283"/>
          <p:cNvSpPr/>
          <p:nvPr/>
        </p:nvSpPr>
        <p:spPr>
          <a:xfrm>
            <a:off x="2678387" y="2178091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5" name="Oval 284"/>
          <p:cNvSpPr/>
          <p:nvPr/>
        </p:nvSpPr>
        <p:spPr>
          <a:xfrm>
            <a:off x="2672665" y="2141966"/>
            <a:ext cx="100584" cy="100584"/>
          </a:xfrm>
          <a:prstGeom prst="ellipse">
            <a:avLst/>
          </a:prstGeom>
          <a:solidFill>
            <a:srgbClr val="008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6" name="Oval 285"/>
          <p:cNvSpPr/>
          <p:nvPr/>
        </p:nvSpPr>
        <p:spPr>
          <a:xfrm>
            <a:off x="395478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7" name="Oval 286"/>
          <p:cNvSpPr/>
          <p:nvPr/>
        </p:nvSpPr>
        <p:spPr>
          <a:xfrm>
            <a:off x="399135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8" name="Oval 287"/>
          <p:cNvSpPr/>
          <p:nvPr/>
        </p:nvSpPr>
        <p:spPr>
          <a:xfrm>
            <a:off x="4027932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9" name="Oval 288"/>
          <p:cNvSpPr/>
          <p:nvPr/>
        </p:nvSpPr>
        <p:spPr>
          <a:xfrm>
            <a:off x="4064508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0" name="Oval 289"/>
          <p:cNvSpPr/>
          <p:nvPr/>
        </p:nvSpPr>
        <p:spPr>
          <a:xfrm>
            <a:off x="4101084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1" name="Oval 290"/>
          <p:cNvSpPr/>
          <p:nvPr/>
        </p:nvSpPr>
        <p:spPr>
          <a:xfrm>
            <a:off x="4137660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2" name="Oval 291"/>
          <p:cNvSpPr/>
          <p:nvPr/>
        </p:nvSpPr>
        <p:spPr>
          <a:xfrm>
            <a:off x="4174236" y="34244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3" name="Oval 292"/>
          <p:cNvSpPr/>
          <p:nvPr/>
        </p:nvSpPr>
        <p:spPr>
          <a:xfrm>
            <a:off x="3953185" y="33657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4" name="Oval 293"/>
          <p:cNvSpPr/>
          <p:nvPr/>
        </p:nvSpPr>
        <p:spPr>
          <a:xfrm>
            <a:off x="3989707" y="33638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5" name="Oval 294"/>
          <p:cNvSpPr/>
          <p:nvPr/>
        </p:nvSpPr>
        <p:spPr>
          <a:xfrm>
            <a:off x="4026229" y="33618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6" name="Oval 295"/>
          <p:cNvSpPr/>
          <p:nvPr/>
        </p:nvSpPr>
        <p:spPr>
          <a:xfrm>
            <a:off x="4062751" y="33598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7" name="Oval 296"/>
          <p:cNvSpPr/>
          <p:nvPr/>
        </p:nvSpPr>
        <p:spPr>
          <a:xfrm>
            <a:off x="4099273" y="33578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8" name="Oval 297"/>
          <p:cNvSpPr/>
          <p:nvPr/>
        </p:nvSpPr>
        <p:spPr>
          <a:xfrm>
            <a:off x="4135795" y="33558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99" name="Oval 298"/>
          <p:cNvSpPr/>
          <p:nvPr/>
        </p:nvSpPr>
        <p:spPr>
          <a:xfrm>
            <a:off x="4172317" y="3353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0" name="Oval 299"/>
          <p:cNvSpPr/>
          <p:nvPr/>
        </p:nvSpPr>
        <p:spPr>
          <a:xfrm>
            <a:off x="3948406" y="330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1" name="Oval 300"/>
          <p:cNvSpPr/>
          <p:nvPr/>
        </p:nvSpPr>
        <p:spPr>
          <a:xfrm>
            <a:off x="3984766" y="330335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2" name="Oval 301"/>
          <p:cNvSpPr/>
          <p:nvPr/>
        </p:nvSpPr>
        <p:spPr>
          <a:xfrm>
            <a:off x="4021126" y="32993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3" name="Oval 302"/>
          <p:cNvSpPr/>
          <p:nvPr/>
        </p:nvSpPr>
        <p:spPr>
          <a:xfrm>
            <a:off x="4057486" y="329541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4" name="Oval 303"/>
          <p:cNvSpPr/>
          <p:nvPr/>
        </p:nvSpPr>
        <p:spPr>
          <a:xfrm>
            <a:off x="4093845" y="32914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5" name="Oval 304"/>
          <p:cNvSpPr/>
          <p:nvPr/>
        </p:nvSpPr>
        <p:spPr>
          <a:xfrm>
            <a:off x="4130205" y="32874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6" name="Oval 305"/>
          <p:cNvSpPr/>
          <p:nvPr/>
        </p:nvSpPr>
        <p:spPr>
          <a:xfrm>
            <a:off x="4166565" y="32835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7" name="Oval 306"/>
          <p:cNvSpPr/>
          <p:nvPr/>
        </p:nvSpPr>
        <p:spPr>
          <a:xfrm>
            <a:off x="3940456" y="324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8" name="Oval 307"/>
          <p:cNvSpPr/>
          <p:nvPr/>
        </p:nvSpPr>
        <p:spPr>
          <a:xfrm>
            <a:off x="3976547" y="32432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09" name="Oval 308"/>
          <p:cNvSpPr/>
          <p:nvPr/>
        </p:nvSpPr>
        <p:spPr>
          <a:xfrm>
            <a:off x="4012637" y="32373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0" name="Oval 309"/>
          <p:cNvSpPr/>
          <p:nvPr/>
        </p:nvSpPr>
        <p:spPr>
          <a:xfrm>
            <a:off x="4048728" y="32313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1" name="Oval 310"/>
          <p:cNvSpPr/>
          <p:nvPr/>
        </p:nvSpPr>
        <p:spPr>
          <a:xfrm>
            <a:off x="4084818" y="32254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2" name="Oval 311"/>
          <p:cNvSpPr/>
          <p:nvPr/>
        </p:nvSpPr>
        <p:spPr>
          <a:xfrm>
            <a:off x="4120908" y="32195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3" name="Oval 312"/>
          <p:cNvSpPr/>
          <p:nvPr/>
        </p:nvSpPr>
        <p:spPr>
          <a:xfrm>
            <a:off x="4156999" y="3213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4" name="Oval 313"/>
          <p:cNvSpPr/>
          <p:nvPr/>
        </p:nvSpPr>
        <p:spPr>
          <a:xfrm>
            <a:off x="3929360" y="319159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5" name="Oval 314"/>
          <p:cNvSpPr/>
          <p:nvPr/>
        </p:nvSpPr>
        <p:spPr>
          <a:xfrm>
            <a:off x="3965074" y="318370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6" name="Oval 315"/>
          <p:cNvSpPr/>
          <p:nvPr/>
        </p:nvSpPr>
        <p:spPr>
          <a:xfrm>
            <a:off x="4000788" y="31758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7" name="Oval 316"/>
          <p:cNvSpPr/>
          <p:nvPr/>
        </p:nvSpPr>
        <p:spPr>
          <a:xfrm>
            <a:off x="4036503" y="316792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8" name="Oval 317"/>
          <p:cNvSpPr/>
          <p:nvPr/>
        </p:nvSpPr>
        <p:spPr>
          <a:xfrm>
            <a:off x="4072217" y="3160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9" name="Oval 318"/>
          <p:cNvSpPr/>
          <p:nvPr/>
        </p:nvSpPr>
        <p:spPr>
          <a:xfrm>
            <a:off x="4107931" y="315213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0" name="Oval 319"/>
          <p:cNvSpPr/>
          <p:nvPr/>
        </p:nvSpPr>
        <p:spPr>
          <a:xfrm>
            <a:off x="4143645" y="31442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1" name="Oval 320"/>
          <p:cNvSpPr/>
          <p:nvPr/>
        </p:nvSpPr>
        <p:spPr>
          <a:xfrm>
            <a:off x="3915149" y="31346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2" name="Oval 321"/>
          <p:cNvSpPr/>
          <p:nvPr/>
        </p:nvSpPr>
        <p:spPr>
          <a:xfrm>
            <a:off x="3950382" y="31248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3" name="Oval 322"/>
          <p:cNvSpPr/>
          <p:nvPr/>
        </p:nvSpPr>
        <p:spPr>
          <a:xfrm>
            <a:off x="3985614" y="31150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4" name="Oval 323"/>
          <p:cNvSpPr/>
          <p:nvPr/>
        </p:nvSpPr>
        <p:spPr>
          <a:xfrm>
            <a:off x="4020847" y="310521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5" name="Oval 324"/>
          <p:cNvSpPr/>
          <p:nvPr/>
        </p:nvSpPr>
        <p:spPr>
          <a:xfrm>
            <a:off x="4056079" y="30953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6" name="Oval 325"/>
          <p:cNvSpPr/>
          <p:nvPr/>
        </p:nvSpPr>
        <p:spPr>
          <a:xfrm>
            <a:off x="4091312" y="308557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7" name="Oval 326"/>
          <p:cNvSpPr/>
          <p:nvPr/>
        </p:nvSpPr>
        <p:spPr>
          <a:xfrm>
            <a:off x="4126545" y="30757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8" name="Oval 327"/>
          <p:cNvSpPr/>
          <p:nvPr/>
        </p:nvSpPr>
        <p:spPr>
          <a:xfrm>
            <a:off x="3897866" y="30786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9" name="Oval 328"/>
          <p:cNvSpPr/>
          <p:nvPr/>
        </p:nvSpPr>
        <p:spPr>
          <a:xfrm>
            <a:off x="3932513" y="30669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0" name="Oval 329"/>
          <p:cNvSpPr/>
          <p:nvPr/>
        </p:nvSpPr>
        <p:spPr>
          <a:xfrm>
            <a:off x="3967160" y="30551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1" name="Oval 330"/>
          <p:cNvSpPr/>
          <p:nvPr/>
        </p:nvSpPr>
        <p:spPr>
          <a:xfrm>
            <a:off x="4001806" y="3043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2" name="Oval 331"/>
          <p:cNvSpPr/>
          <p:nvPr/>
        </p:nvSpPr>
        <p:spPr>
          <a:xfrm>
            <a:off x="4036453" y="303173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3" name="Oval 332"/>
          <p:cNvSpPr/>
          <p:nvPr/>
        </p:nvSpPr>
        <p:spPr>
          <a:xfrm>
            <a:off x="4071100" y="30200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4" name="Oval 333"/>
          <p:cNvSpPr/>
          <p:nvPr/>
        </p:nvSpPr>
        <p:spPr>
          <a:xfrm>
            <a:off x="4105747" y="30082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5" name="Oval 334"/>
          <p:cNvSpPr/>
          <p:nvPr/>
        </p:nvSpPr>
        <p:spPr>
          <a:xfrm>
            <a:off x="3877562" y="30235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6" name="Oval 335"/>
          <p:cNvSpPr/>
          <p:nvPr/>
        </p:nvSpPr>
        <p:spPr>
          <a:xfrm>
            <a:off x="3911521" y="30100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7" name="Oval 336"/>
          <p:cNvSpPr/>
          <p:nvPr/>
        </p:nvSpPr>
        <p:spPr>
          <a:xfrm>
            <a:off x="3945479" y="29964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8" name="Oval 337"/>
          <p:cNvSpPr/>
          <p:nvPr/>
        </p:nvSpPr>
        <p:spPr>
          <a:xfrm>
            <a:off x="3979438" y="29828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9" name="Oval 338"/>
          <p:cNvSpPr/>
          <p:nvPr/>
        </p:nvSpPr>
        <p:spPr>
          <a:xfrm>
            <a:off x="4013396" y="2969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0" name="Oval 339"/>
          <p:cNvSpPr/>
          <p:nvPr/>
        </p:nvSpPr>
        <p:spPr>
          <a:xfrm>
            <a:off x="4047355" y="29556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1" name="Oval 340"/>
          <p:cNvSpPr/>
          <p:nvPr/>
        </p:nvSpPr>
        <p:spPr>
          <a:xfrm>
            <a:off x="4081313" y="294206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2" name="Oval 341"/>
          <p:cNvSpPr/>
          <p:nvPr/>
        </p:nvSpPr>
        <p:spPr>
          <a:xfrm>
            <a:off x="3854298" y="29697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3" name="Oval 342"/>
          <p:cNvSpPr/>
          <p:nvPr/>
        </p:nvSpPr>
        <p:spPr>
          <a:xfrm>
            <a:off x="3887468" y="29543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4" name="Oval 343"/>
          <p:cNvSpPr/>
          <p:nvPr/>
        </p:nvSpPr>
        <p:spPr>
          <a:xfrm>
            <a:off x="3920637" y="29389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5" name="Oval 344"/>
          <p:cNvSpPr/>
          <p:nvPr/>
        </p:nvSpPr>
        <p:spPr>
          <a:xfrm>
            <a:off x="3953807" y="29235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6" name="Oval 345"/>
          <p:cNvSpPr/>
          <p:nvPr/>
        </p:nvSpPr>
        <p:spPr>
          <a:xfrm>
            <a:off x="3986977" y="290808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7" name="Oval 346"/>
          <p:cNvSpPr/>
          <p:nvPr/>
        </p:nvSpPr>
        <p:spPr>
          <a:xfrm>
            <a:off x="4020147" y="289267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8" name="Oval 347"/>
          <p:cNvSpPr/>
          <p:nvPr/>
        </p:nvSpPr>
        <p:spPr>
          <a:xfrm>
            <a:off x="4053317" y="28772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49" name="Oval 348"/>
          <p:cNvSpPr/>
          <p:nvPr/>
        </p:nvSpPr>
        <p:spPr>
          <a:xfrm>
            <a:off x="3828141" y="29172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0" name="Oval 349"/>
          <p:cNvSpPr/>
          <p:nvPr/>
        </p:nvSpPr>
        <p:spPr>
          <a:xfrm>
            <a:off x="3860424" y="29000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1" name="Oval 350"/>
          <p:cNvSpPr/>
          <p:nvPr/>
        </p:nvSpPr>
        <p:spPr>
          <a:xfrm>
            <a:off x="3892707" y="28828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2" name="Oval 351"/>
          <p:cNvSpPr/>
          <p:nvPr/>
        </p:nvSpPr>
        <p:spPr>
          <a:xfrm>
            <a:off x="3924990" y="28656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3" name="Oval 352"/>
          <p:cNvSpPr/>
          <p:nvPr/>
        </p:nvSpPr>
        <p:spPr>
          <a:xfrm>
            <a:off x="3957273" y="284846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4" name="Oval 353"/>
          <p:cNvSpPr/>
          <p:nvPr/>
        </p:nvSpPr>
        <p:spPr>
          <a:xfrm>
            <a:off x="3989556" y="283126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5" name="Oval 354"/>
          <p:cNvSpPr/>
          <p:nvPr/>
        </p:nvSpPr>
        <p:spPr>
          <a:xfrm>
            <a:off x="4021840" y="28140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6" name="Oval 355"/>
          <p:cNvSpPr/>
          <p:nvPr/>
        </p:nvSpPr>
        <p:spPr>
          <a:xfrm>
            <a:off x="3799169" y="28662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7" name="Oval 356"/>
          <p:cNvSpPr/>
          <p:nvPr/>
        </p:nvSpPr>
        <p:spPr>
          <a:xfrm>
            <a:off x="3830470" y="28473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8" name="Oval 357"/>
          <p:cNvSpPr/>
          <p:nvPr/>
        </p:nvSpPr>
        <p:spPr>
          <a:xfrm>
            <a:off x="3861771" y="28283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9" name="Oval 358"/>
          <p:cNvSpPr/>
          <p:nvPr/>
        </p:nvSpPr>
        <p:spPr>
          <a:xfrm>
            <a:off x="3893072" y="28094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0" name="Oval 359"/>
          <p:cNvSpPr/>
          <p:nvPr/>
        </p:nvSpPr>
        <p:spPr>
          <a:xfrm>
            <a:off x="3924373" y="279053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1" name="Oval 360"/>
          <p:cNvSpPr/>
          <p:nvPr/>
        </p:nvSpPr>
        <p:spPr>
          <a:xfrm>
            <a:off x="3955674" y="277161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2" name="Oval 361"/>
          <p:cNvSpPr/>
          <p:nvPr/>
        </p:nvSpPr>
        <p:spPr>
          <a:xfrm>
            <a:off x="3986975" y="2752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3" name="Oval 362"/>
          <p:cNvSpPr/>
          <p:nvPr/>
        </p:nvSpPr>
        <p:spPr>
          <a:xfrm>
            <a:off x="3767467" y="28168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4" name="Oval 363"/>
          <p:cNvSpPr/>
          <p:nvPr/>
        </p:nvSpPr>
        <p:spPr>
          <a:xfrm>
            <a:off x="3797694" y="27962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Oval 364"/>
          <p:cNvSpPr/>
          <p:nvPr/>
        </p:nvSpPr>
        <p:spPr>
          <a:xfrm>
            <a:off x="3827920" y="27756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6" name="Oval 365"/>
          <p:cNvSpPr/>
          <p:nvPr/>
        </p:nvSpPr>
        <p:spPr>
          <a:xfrm>
            <a:off x="3858147" y="275508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7" name="Oval 366"/>
          <p:cNvSpPr/>
          <p:nvPr/>
        </p:nvSpPr>
        <p:spPr>
          <a:xfrm>
            <a:off x="3888373" y="273448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8" name="Oval 367"/>
          <p:cNvSpPr/>
          <p:nvPr/>
        </p:nvSpPr>
        <p:spPr>
          <a:xfrm>
            <a:off x="3918600" y="271389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9" name="Oval 368"/>
          <p:cNvSpPr/>
          <p:nvPr/>
        </p:nvSpPr>
        <p:spPr>
          <a:xfrm>
            <a:off x="3948826" y="26932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0" name="Oval 369"/>
          <p:cNvSpPr/>
          <p:nvPr/>
        </p:nvSpPr>
        <p:spPr>
          <a:xfrm>
            <a:off x="3733130" y="27693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1" name="Oval 370"/>
          <p:cNvSpPr/>
          <p:nvPr/>
        </p:nvSpPr>
        <p:spPr>
          <a:xfrm>
            <a:off x="3762193" y="274709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2" name="Oval 371"/>
          <p:cNvSpPr/>
          <p:nvPr/>
        </p:nvSpPr>
        <p:spPr>
          <a:xfrm>
            <a:off x="3791255" y="27248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3" name="Oval 372"/>
          <p:cNvSpPr/>
          <p:nvPr/>
        </p:nvSpPr>
        <p:spPr>
          <a:xfrm>
            <a:off x="3820318" y="27026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4" name="Oval 373"/>
          <p:cNvSpPr/>
          <p:nvPr/>
        </p:nvSpPr>
        <p:spPr>
          <a:xfrm>
            <a:off x="3849380" y="26804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5" name="Oval 374"/>
          <p:cNvSpPr/>
          <p:nvPr/>
        </p:nvSpPr>
        <p:spPr>
          <a:xfrm>
            <a:off x="3878443" y="26582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6" name="Oval 375"/>
          <p:cNvSpPr/>
          <p:nvPr/>
        </p:nvSpPr>
        <p:spPr>
          <a:xfrm>
            <a:off x="3907505" y="26360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7" name="Oval 376"/>
          <p:cNvSpPr/>
          <p:nvPr/>
        </p:nvSpPr>
        <p:spPr>
          <a:xfrm>
            <a:off x="3696259" y="27236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8" name="Oval 377"/>
          <p:cNvSpPr/>
          <p:nvPr/>
        </p:nvSpPr>
        <p:spPr>
          <a:xfrm>
            <a:off x="3724072" y="26999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79" name="Oval 378"/>
          <p:cNvSpPr/>
          <p:nvPr/>
        </p:nvSpPr>
        <p:spPr>
          <a:xfrm>
            <a:off x="3751885" y="26761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0" name="Oval 379"/>
          <p:cNvSpPr/>
          <p:nvPr/>
        </p:nvSpPr>
        <p:spPr>
          <a:xfrm>
            <a:off x="3779697" y="265241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1" name="Oval 380"/>
          <p:cNvSpPr/>
          <p:nvPr/>
        </p:nvSpPr>
        <p:spPr>
          <a:xfrm>
            <a:off x="3807510" y="2628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2" name="Oval 381"/>
          <p:cNvSpPr/>
          <p:nvPr/>
        </p:nvSpPr>
        <p:spPr>
          <a:xfrm>
            <a:off x="3835322" y="26049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3" name="Oval 382"/>
          <p:cNvSpPr/>
          <p:nvPr/>
        </p:nvSpPr>
        <p:spPr>
          <a:xfrm>
            <a:off x="3863135" y="258115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4" name="Oval 383"/>
          <p:cNvSpPr/>
          <p:nvPr/>
        </p:nvSpPr>
        <p:spPr>
          <a:xfrm>
            <a:off x="3656963" y="268012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5" name="Oval 384"/>
          <p:cNvSpPr/>
          <p:nvPr/>
        </p:nvSpPr>
        <p:spPr>
          <a:xfrm>
            <a:off x="3683444" y="26548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6" name="Oval 385"/>
          <p:cNvSpPr/>
          <p:nvPr/>
        </p:nvSpPr>
        <p:spPr>
          <a:xfrm>
            <a:off x="3709924" y="26296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7" name="Oval 386"/>
          <p:cNvSpPr/>
          <p:nvPr/>
        </p:nvSpPr>
        <p:spPr>
          <a:xfrm>
            <a:off x="3736405" y="26044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8" name="Oval 387"/>
          <p:cNvSpPr/>
          <p:nvPr/>
        </p:nvSpPr>
        <p:spPr>
          <a:xfrm>
            <a:off x="3762885" y="25792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89" name="Oval 388"/>
          <p:cNvSpPr/>
          <p:nvPr/>
        </p:nvSpPr>
        <p:spPr>
          <a:xfrm>
            <a:off x="3789366" y="255397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0" name="Oval 389"/>
          <p:cNvSpPr/>
          <p:nvPr/>
        </p:nvSpPr>
        <p:spPr>
          <a:xfrm>
            <a:off x="3815847" y="252874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1" name="Oval 390"/>
          <p:cNvSpPr/>
          <p:nvPr/>
        </p:nvSpPr>
        <p:spPr>
          <a:xfrm>
            <a:off x="3615358" y="26387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2" name="Oval 391"/>
          <p:cNvSpPr/>
          <p:nvPr/>
        </p:nvSpPr>
        <p:spPr>
          <a:xfrm>
            <a:off x="3640428" y="26121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3" name="Oval 392"/>
          <p:cNvSpPr/>
          <p:nvPr/>
        </p:nvSpPr>
        <p:spPr>
          <a:xfrm>
            <a:off x="3665499" y="258550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4" name="Oval 393"/>
          <p:cNvSpPr/>
          <p:nvPr/>
        </p:nvSpPr>
        <p:spPr>
          <a:xfrm>
            <a:off x="3690569" y="255887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5" name="Oval 394"/>
          <p:cNvSpPr/>
          <p:nvPr/>
        </p:nvSpPr>
        <p:spPr>
          <a:xfrm>
            <a:off x="3715639" y="25322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6" name="Oval 395"/>
          <p:cNvSpPr/>
          <p:nvPr/>
        </p:nvSpPr>
        <p:spPr>
          <a:xfrm>
            <a:off x="3740709" y="25056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7" name="Oval 396"/>
          <p:cNvSpPr/>
          <p:nvPr/>
        </p:nvSpPr>
        <p:spPr>
          <a:xfrm>
            <a:off x="3765779" y="247897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8" name="Oval 397"/>
          <p:cNvSpPr/>
          <p:nvPr/>
        </p:nvSpPr>
        <p:spPr>
          <a:xfrm>
            <a:off x="3571567" y="259973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9" name="Oval 398"/>
          <p:cNvSpPr/>
          <p:nvPr/>
        </p:nvSpPr>
        <p:spPr>
          <a:xfrm>
            <a:off x="3595153" y="257178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0" name="Oval 399"/>
          <p:cNvSpPr/>
          <p:nvPr/>
        </p:nvSpPr>
        <p:spPr>
          <a:xfrm>
            <a:off x="3618739" y="25438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1" name="Oval 400"/>
          <p:cNvSpPr/>
          <p:nvPr/>
        </p:nvSpPr>
        <p:spPr>
          <a:xfrm>
            <a:off x="3642324" y="251587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2" name="Oval 401"/>
          <p:cNvSpPr/>
          <p:nvPr/>
        </p:nvSpPr>
        <p:spPr>
          <a:xfrm>
            <a:off x="3665910" y="248791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3" name="Oval 402"/>
          <p:cNvSpPr/>
          <p:nvPr/>
        </p:nvSpPr>
        <p:spPr>
          <a:xfrm>
            <a:off x="3689496" y="245995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4" name="Oval 403"/>
          <p:cNvSpPr/>
          <p:nvPr/>
        </p:nvSpPr>
        <p:spPr>
          <a:xfrm>
            <a:off x="3713082" y="243200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5" name="Oval 404"/>
          <p:cNvSpPr/>
          <p:nvPr/>
        </p:nvSpPr>
        <p:spPr>
          <a:xfrm>
            <a:off x="3525719" y="25631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6" name="Oval 405"/>
          <p:cNvSpPr/>
          <p:nvPr/>
        </p:nvSpPr>
        <p:spPr>
          <a:xfrm>
            <a:off x="3547751" y="25339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7" name="Oval 406"/>
          <p:cNvSpPr/>
          <p:nvPr/>
        </p:nvSpPr>
        <p:spPr>
          <a:xfrm>
            <a:off x="3569783" y="250475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8" name="Oval 407"/>
          <p:cNvSpPr/>
          <p:nvPr/>
        </p:nvSpPr>
        <p:spPr>
          <a:xfrm>
            <a:off x="3591814" y="247555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09" name="Oval 408"/>
          <p:cNvSpPr/>
          <p:nvPr/>
        </p:nvSpPr>
        <p:spPr>
          <a:xfrm>
            <a:off x="3613846" y="244635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0" name="Oval 409"/>
          <p:cNvSpPr/>
          <p:nvPr/>
        </p:nvSpPr>
        <p:spPr>
          <a:xfrm>
            <a:off x="3635877" y="241716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1" name="Oval 410"/>
          <p:cNvSpPr/>
          <p:nvPr/>
        </p:nvSpPr>
        <p:spPr>
          <a:xfrm>
            <a:off x="3657909" y="2387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2" name="Oval 411"/>
          <p:cNvSpPr/>
          <p:nvPr/>
        </p:nvSpPr>
        <p:spPr>
          <a:xfrm>
            <a:off x="3477951" y="25290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3" name="Oval 412"/>
          <p:cNvSpPr/>
          <p:nvPr/>
        </p:nvSpPr>
        <p:spPr>
          <a:xfrm>
            <a:off x="3498363" y="24987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4" name="Oval 413"/>
          <p:cNvSpPr/>
          <p:nvPr/>
        </p:nvSpPr>
        <p:spPr>
          <a:xfrm>
            <a:off x="3518775" y="246839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5" name="Oval 414"/>
          <p:cNvSpPr/>
          <p:nvPr/>
        </p:nvSpPr>
        <p:spPr>
          <a:xfrm>
            <a:off x="3539188" y="24380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6" name="Oval 415"/>
          <p:cNvSpPr/>
          <p:nvPr/>
        </p:nvSpPr>
        <p:spPr>
          <a:xfrm>
            <a:off x="3559600" y="240769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7" name="Oval 416"/>
          <p:cNvSpPr/>
          <p:nvPr/>
        </p:nvSpPr>
        <p:spPr>
          <a:xfrm>
            <a:off x="3580012" y="237734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8" name="Oval 417"/>
          <p:cNvSpPr/>
          <p:nvPr/>
        </p:nvSpPr>
        <p:spPr>
          <a:xfrm>
            <a:off x="3600425" y="23469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9" name="Oval 418"/>
          <p:cNvSpPr/>
          <p:nvPr/>
        </p:nvSpPr>
        <p:spPr>
          <a:xfrm>
            <a:off x="3428402" y="24976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0" name="Oval 419"/>
          <p:cNvSpPr/>
          <p:nvPr/>
        </p:nvSpPr>
        <p:spPr>
          <a:xfrm>
            <a:off x="3447135" y="24662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1" name="Oval 420"/>
          <p:cNvSpPr/>
          <p:nvPr/>
        </p:nvSpPr>
        <p:spPr>
          <a:xfrm>
            <a:off x="3465867" y="24348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2" name="Oval 421"/>
          <p:cNvSpPr/>
          <p:nvPr/>
        </p:nvSpPr>
        <p:spPr>
          <a:xfrm>
            <a:off x="3484600" y="240344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3" name="Oval 422"/>
          <p:cNvSpPr/>
          <p:nvPr/>
        </p:nvSpPr>
        <p:spPr>
          <a:xfrm>
            <a:off x="3503333" y="237203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4" name="Oval 423"/>
          <p:cNvSpPr/>
          <p:nvPr/>
        </p:nvSpPr>
        <p:spPr>
          <a:xfrm>
            <a:off x="3522066" y="23406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5" name="Oval 424"/>
          <p:cNvSpPr/>
          <p:nvPr/>
        </p:nvSpPr>
        <p:spPr>
          <a:xfrm>
            <a:off x="3540798" y="230920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6" name="Oval 425"/>
          <p:cNvSpPr/>
          <p:nvPr/>
        </p:nvSpPr>
        <p:spPr>
          <a:xfrm>
            <a:off x="3377220" y="246902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7" name="Oval 426"/>
          <p:cNvSpPr/>
          <p:nvPr/>
        </p:nvSpPr>
        <p:spPr>
          <a:xfrm>
            <a:off x="3394218" y="243664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8" name="Oval 427"/>
          <p:cNvSpPr/>
          <p:nvPr/>
        </p:nvSpPr>
        <p:spPr>
          <a:xfrm>
            <a:off x="3411216" y="240425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9" name="Oval 428"/>
          <p:cNvSpPr/>
          <p:nvPr/>
        </p:nvSpPr>
        <p:spPr>
          <a:xfrm>
            <a:off x="3428213" y="23718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0" name="Oval 429"/>
          <p:cNvSpPr/>
          <p:nvPr/>
        </p:nvSpPr>
        <p:spPr>
          <a:xfrm>
            <a:off x="3445211" y="233948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1" name="Oval 430"/>
          <p:cNvSpPr/>
          <p:nvPr/>
        </p:nvSpPr>
        <p:spPr>
          <a:xfrm>
            <a:off x="3462209" y="230709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2" name="Oval 431"/>
          <p:cNvSpPr/>
          <p:nvPr/>
        </p:nvSpPr>
        <p:spPr>
          <a:xfrm>
            <a:off x="3479206" y="22747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3" name="Oval 432"/>
          <p:cNvSpPr/>
          <p:nvPr/>
        </p:nvSpPr>
        <p:spPr>
          <a:xfrm>
            <a:off x="3324556" y="244318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4" name="Oval 433"/>
          <p:cNvSpPr/>
          <p:nvPr/>
        </p:nvSpPr>
        <p:spPr>
          <a:xfrm>
            <a:off x="3339768" y="240992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5" name="Oval 434"/>
          <p:cNvSpPr/>
          <p:nvPr/>
        </p:nvSpPr>
        <p:spPr>
          <a:xfrm>
            <a:off x="3354981" y="237666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6" name="Oval 435"/>
          <p:cNvSpPr/>
          <p:nvPr/>
        </p:nvSpPr>
        <p:spPr>
          <a:xfrm>
            <a:off x="3370193" y="234340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7" name="Oval 436"/>
          <p:cNvSpPr/>
          <p:nvPr/>
        </p:nvSpPr>
        <p:spPr>
          <a:xfrm>
            <a:off x="3385406" y="231013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8" name="Oval 437"/>
          <p:cNvSpPr/>
          <p:nvPr/>
        </p:nvSpPr>
        <p:spPr>
          <a:xfrm>
            <a:off x="3400618" y="227687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39" name="Oval 438"/>
          <p:cNvSpPr/>
          <p:nvPr/>
        </p:nvSpPr>
        <p:spPr>
          <a:xfrm>
            <a:off x="3415831" y="224361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0" name="Oval 439"/>
          <p:cNvSpPr/>
          <p:nvPr/>
        </p:nvSpPr>
        <p:spPr>
          <a:xfrm>
            <a:off x="3270565" y="24202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1" name="Oval 440"/>
          <p:cNvSpPr/>
          <p:nvPr/>
        </p:nvSpPr>
        <p:spPr>
          <a:xfrm>
            <a:off x="3283948" y="23862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2" name="Oval 441"/>
          <p:cNvSpPr/>
          <p:nvPr/>
        </p:nvSpPr>
        <p:spPr>
          <a:xfrm>
            <a:off x="3297330" y="235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3" name="Oval 442"/>
          <p:cNvSpPr/>
          <p:nvPr/>
        </p:nvSpPr>
        <p:spPr>
          <a:xfrm>
            <a:off x="3310712" y="231812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4" name="Oval 443"/>
          <p:cNvSpPr/>
          <p:nvPr/>
        </p:nvSpPr>
        <p:spPr>
          <a:xfrm>
            <a:off x="3324095" y="228408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5" name="Oval 444"/>
          <p:cNvSpPr/>
          <p:nvPr/>
        </p:nvSpPr>
        <p:spPr>
          <a:xfrm>
            <a:off x="3337477" y="225004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6" name="Oval 445"/>
          <p:cNvSpPr/>
          <p:nvPr/>
        </p:nvSpPr>
        <p:spPr>
          <a:xfrm>
            <a:off x="3350859" y="221600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7" name="Oval 446"/>
          <p:cNvSpPr/>
          <p:nvPr/>
        </p:nvSpPr>
        <p:spPr>
          <a:xfrm>
            <a:off x="3215408" y="24002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8" name="Oval 447"/>
          <p:cNvSpPr/>
          <p:nvPr/>
        </p:nvSpPr>
        <p:spPr>
          <a:xfrm>
            <a:off x="3226921" y="23655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49" name="Oval 448"/>
          <p:cNvSpPr/>
          <p:nvPr/>
        </p:nvSpPr>
        <p:spPr>
          <a:xfrm>
            <a:off x="3238433" y="233084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0" name="Oval 449"/>
          <p:cNvSpPr/>
          <p:nvPr/>
        </p:nvSpPr>
        <p:spPr>
          <a:xfrm>
            <a:off x="3249946" y="229612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1" name="Oval 450"/>
          <p:cNvSpPr/>
          <p:nvPr/>
        </p:nvSpPr>
        <p:spPr>
          <a:xfrm>
            <a:off x="3261458" y="226141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2" name="Oval 451"/>
          <p:cNvSpPr/>
          <p:nvPr/>
        </p:nvSpPr>
        <p:spPr>
          <a:xfrm>
            <a:off x="3272971" y="22266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3" name="Oval 452"/>
          <p:cNvSpPr/>
          <p:nvPr/>
        </p:nvSpPr>
        <p:spPr>
          <a:xfrm>
            <a:off x="3284483" y="219197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4" name="Oval 453"/>
          <p:cNvSpPr/>
          <p:nvPr/>
        </p:nvSpPr>
        <p:spPr>
          <a:xfrm>
            <a:off x="3159247" y="238333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5" name="Oval 454"/>
          <p:cNvSpPr/>
          <p:nvPr/>
        </p:nvSpPr>
        <p:spPr>
          <a:xfrm>
            <a:off x="3168855" y="23480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6" name="Oval 455"/>
          <p:cNvSpPr/>
          <p:nvPr/>
        </p:nvSpPr>
        <p:spPr>
          <a:xfrm>
            <a:off x="3178464" y="2312752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7" name="Oval 456"/>
          <p:cNvSpPr/>
          <p:nvPr/>
        </p:nvSpPr>
        <p:spPr>
          <a:xfrm>
            <a:off x="3188073" y="22774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8" name="Oval 457"/>
          <p:cNvSpPr/>
          <p:nvPr/>
        </p:nvSpPr>
        <p:spPr>
          <a:xfrm>
            <a:off x="3197682" y="2242169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59" name="Oval 458"/>
          <p:cNvSpPr/>
          <p:nvPr/>
        </p:nvSpPr>
        <p:spPr>
          <a:xfrm>
            <a:off x="3207291" y="220687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0" name="Oval 459"/>
          <p:cNvSpPr/>
          <p:nvPr/>
        </p:nvSpPr>
        <p:spPr>
          <a:xfrm>
            <a:off x="3216899" y="217158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1" name="Oval 460"/>
          <p:cNvSpPr/>
          <p:nvPr/>
        </p:nvSpPr>
        <p:spPr>
          <a:xfrm>
            <a:off x="3102248" y="2369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2" name="Oval 461"/>
          <p:cNvSpPr/>
          <p:nvPr/>
        </p:nvSpPr>
        <p:spPr>
          <a:xfrm>
            <a:off x="3109924" y="233370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3" name="Oval 462"/>
          <p:cNvSpPr/>
          <p:nvPr/>
        </p:nvSpPr>
        <p:spPr>
          <a:xfrm>
            <a:off x="3117601" y="2297945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4" name="Oval 463"/>
          <p:cNvSpPr/>
          <p:nvPr/>
        </p:nvSpPr>
        <p:spPr>
          <a:xfrm>
            <a:off x="3125277" y="226218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5" name="Oval 464"/>
          <p:cNvSpPr/>
          <p:nvPr/>
        </p:nvSpPr>
        <p:spPr>
          <a:xfrm>
            <a:off x="3132954" y="222642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6" name="Oval 465"/>
          <p:cNvSpPr/>
          <p:nvPr/>
        </p:nvSpPr>
        <p:spPr>
          <a:xfrm>
            <a:off x="3140631" y="219066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7" name="Oval 466"/>
          <p:cNvSpPr/>
          <p:nvPr/>
        </p:nvSpPr>
        <p:spPr>
          <a:xfrm>
            <a:off x="3148307" y="215490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8" name="Oval 467"/>
          <p:cNvSpPr/>
          <p:nvPr/>
        </p:nvSpPr>
        <p:spPr>
          <a:xfrm>
            <a:off x="3044579" y="2358720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69" name="Oval 468"/>
          <p:cNvSpPr/>
          <p:nvPr/>
        </p:nvSpPr>
        <p:spPr>
          <a:xfrm>
            <a:off x="3050301" y="2322594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0" name="Oval 469"/>
          <p:cNvSpPr/>
          <p:nvPr/>
        </p:nvSpPr>
        <p:spPr>
          <a:xfrm>
            <a:off x="3056023" y="2286468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1" name="Oval 470"/>
          <p:cNvSpPr/>
          <p:nvPr/>
        </p:nvSpPr>
        <p:spPr>
          <a:xfrm>
            <a:off x="3061744" y="2250343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2" name="Oval 471"/>
          <p:cNvSpPr/>
          <p:nvPr/>
        </p:nvSpPr>
        <p:spPr>
          <a:xfrm>
            <a:off x="3067466" y="2214217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3" name="Oval 472"/>
          <p:cNvSpPr/>
          <p:nvPr/>
        </p:nvSpPr>
        <p:spPr>
          <a:xfrm>
            <a:off x="3073188" y="2178091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4" name="Oval 473"/>
          <p:cNvSpPr/>
          <p:nvPr/>
        </p:nvSpPr>
        <p:spPr>
          <a:xfrm>
            <a:off x="3078910" y="2141966"/>
            <a:ext cx="100584" cy="100584"/>
          </a:xfrm>
          <a:prstGeom prst="ellipse">
            <a:avLst/>
          </a:prstGeom>
          <a:solidFill>
            <a:srgbClr val="0033C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5" name="Oval 474"/>
          <p:cNvSpPr/>
          <p:nvPr/>
        </p:nvSpPr>
        <p:spPr>
          <a:xfrm>
            <a:off x="191566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6" name="Oval 475"/>
          <p:cNvSpPr/>
          <p:nvPr/>
        </p:nvSpPr>
        <p:spPr>
          <a:xfrm>
            <a:off x="186537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7" name="Oval 476"/>
          <p:cNvSpPr/>
          <p:nvPr/>
        </p:nvSpPr>
        <p:spPr>
          <a:xfrm>
            <a:off x="181508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8" name="Oval 477"/>
          <p:cNvSpPr/>
          <p:nvPr/>
        </p:nvSpPr>
        <p:spPr>
          <a:xfrm>
            <a:off x="176479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9" name="Oval 478"/>
          <p:cNvSpPr/>
          <p:nvPr/>
        </p:nvSpPr>
        <p:spPr>
          <a:xfrm>
            <a:off x="1714500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0" name="Oval 479"/>
          <p:cNvSpPr/>
          <p:nvPr/>
        </p:nvSpPr>
        <p:spPr>
          <a:xfrm>
            <a:off x="16642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1" name="Oval 480"/>
          <p:cNvSpPr/>
          <p:nvPr/>
        </p:nvSpPr>
        <p:spPr>
          <a:xfrm>
            <a:off x="16139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2" name="Oval 481"/>
          <p:cNvSpPr/>
          <p:nvPr/>
        </p:nvSpPr>
        <p:spPr>
          <a:xfrm>
            <a:off x="15636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3" name="Oval 482"/>
          <p:cNvSpPr/>
          <p:nvPr/>
        </p:nvSpPr>
        <p:spPr>
          <a:xfrm>
            <a:off x="15133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4" name="TextBox 483"/>
          <p:cNvSpPr txBox="1"/>
          <p:nvPr/>
        </p:nvSpPr>
        <p:spPr>
          <a:xfrm>
            <a:off x="1170432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0.00</a:t>
            </a:r>
          </a:p>
        </p:txBody>
      </p:sp>
      <p:sp>
        <p:nvSpPr>
          <p:cNvPr id="485" name="Oval 484"/>
          <p:cNvSpPr/>
          <p:nvPr/>
        </p:nvSpPr>
        <p:spPr>
          <a:xfrm>
            <a:off x="2204915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6" name="Oval 485"/>
          <p:cNvSpPr/>
          <p:nvPr/>
        </p:nvSpPr>
        <p:spPr>
          <a:xfrm>
            <a:off x="2169353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7" name="Oval 486"/>
          <p:cNvSpPr/>
          <p:nvPr/>
        </p:nvSpPr>
        <p:spPr>
          <a:xfrm>
            <a:off x="2133791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8" name="Oval 487"/>
          <p:cNvSpPr/>
          <p:nvPr/>
        </p:nvSpPr>
        <p:spPr>
          <a:xfrm>
            <a:off x="2098229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89" name="Oval 488"/>
          <p:cNvSpPr/>
          <p:nvPr/>
        </p:nvSpPr>
        <p:spPr>
          <a:xfrm>
            <a:off x="2062668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0" name="Oval 489"/>
          <p:cNvSpPr/>
          <p:nvPr/>
        </p:nvSpPr>
        <p:spPr>
          <a:xfrm>
            <a:off x="2027106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1" name="Oval 490"/>
          <p:cNvSpPr/>
          <p:nvPr/>
        </p:nvSpPr>
        <p:spPr>
          <a:xfrm>
            <a:off x="1991544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2" name="Oval 491"/>
          <p:cNvSpPr/>
          <p:nvPr/>
        </p:nvSpPr>
        <p:spPr>
          <a:xfrm>
            <a:off x="1955982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3" name="Oval 492"/>
          <p:cNvSpPr/>
          <p:nvPr/>
        </p:nvSpPr>
        <p:spPr>
          <a:xfrm>
            <a:off x="1920420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4" name="TextBox 493"/>
          <p:cNvSpPr txBox="1"/>
          <p:nvPr/>
        </p:nvSpPr>
        <p:spPr>
          <a:xfrm>
            <a:off x="1631085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0.50</a:t>
            </a:r>
          </a:p>
        </p:txBody>
      </p:sp>
      <p:sp>
        <p:nvSpPr>
          <p:cNvPr id="495" name="Oval 494"/>
          <p:cNvSpPr/>
          <p:nvPr/>
        </p:nvSpPr>
        <p:spPr>
          <a:xfrm>
            <a:off x="2525300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6" name="Oval 495"/>
          <p:cNvSpPr/>
          <p:nvPr/>
        </p:nvSpPr>
        <p:spPr>
          <a:xfrm>
            <a:off x="2506054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7" name="Oval 496"/>
          <p:cNvSpPr/>
          <p:nvPr/>
        </p:nvSpPr>
        <p:spPr>
          <a:xfrm>
            <a:off x="2486808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8" name="Oval 497"/>
          <p:cNvSpPr/>
          <p:nvPr/>
        </p:nvSpPr>
        <p:spPr>
          <a:xfrm>
            <a:off x="2467562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9" name="Oval 498"/>
          <p:cNvSpPr/>
          <p:nvPr/>
        </p:nvSpPr>
        <p:spPr>
          <a:xfrm>
            <a:off x="2448316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0" name="Oval 499"/>
          <p:cNvSpPr/>
          <p:nvPr/>
        </p:nvSpPr>
        <p:spPr>
          <a:xfrm>
            <a:off x="2429070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1" name="Oval 500"/>
          <p:cNvSpPr/>
          <p:nvPr/>
        </p:nvSpPr>
        <p:spPr>
          <a:xfrm>
            <a:off x="2409824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2" name="Oval 501"/>
          <p:cNvSpPr/>
          <p:nvPr/>
        </p:nvSpPr>
        <p:spPr>
          <a:xfrm>
            <a:off x="2390578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3" name="Oval 502"/>
          <p:cNvSpPr/>
          <p:nvPr/>
        </p:nvSpPr>
        <p:spPr>
          <a:xfrm>
            <a:off x="2371332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4" name="TextBox 503"/>
          <p:cNvSpPr txBox="1"/>
          <p:nvPr/>
        </p:nvSpPr>
        <p:spPr>
          <a:xfrm>
            <a:off x="2141327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0.75</a:t>
            </a:r>
          </a:p>
        </p:txBody>
      </p:sp>
      <p:sp>
        <p:nvSpPr>
          <p:cNvPr id="505" name="Oval 504"/>
          <p:cNvSpPr/>
          <p:nvPr/>
        </p:nvSpPr>
        <p:spPr>
          <a:xfrm>
            <a:off x="2903220" y="2464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6" name="Oval 505"/>
          <p:cNvSpPr/>
          <p:nvPr/>
        </p:nvSpPr>
        <p:spPr>
          <a:xfrm>
            <a:off x="2903220" y="241401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7" name="Oval 506"/>
          <p:cNvSpPr/>
          <p:nvPr/>
        </p:nvSpPr>
        <p:spPr>
          <a:xfrm>
            <a:off x="2903220" y="236372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8" name="Oval 507"/>
          <p:cNvSpPr/>
          <p:nvPr/>
        </p:nvSpPr>
        <p:spPr>
          <a:xfrm>
            <a:off x="2903220" y="231343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09" name="Oval 508"/>
          <p:cNvSpPr/>
          <p:nvPr/>
        </p:nvSpPr>
        <p:spPr>
          <a:xfrm>
            <a:off x="2903220" y="226314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0" name="Oval 509"/>
          <p:cNvSpPr/>
          <p:nvPr/>
        </p:nvSpPr>
        <p:spPr>
          <a:xfrm>
            <a:off x="2903220" y="221284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1" name="Oval 510"/>
          <p:cNvSpPr/>
          <p:nvPr/>
        </p:nvSpPr>
        <p:spPr>
          <a:xfrm>
            <a:off x="2903220" y="216255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2" name="Oval 511"/>
          <p:cNvSpPr/>
          <p:nvPr/>
        </p:nvSpPr>
        <p:spPr>
          <a:xfrm>
            <a:off x="2903220" y="211226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3" name="Oval 512"/>
          <p:cNvSpPr/>
          <p:nvPr/>
        </p:nvSpPr>
        <p:spPr>
          <a:xfrm>
            <a:off x="2903220" y="206197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4" name="TextBox 513"/>
          <p:cNvSpPr txBox="1"/>
          <p:nvPr/>
        </p:nvSpPr>
        <p:spPr>
          <a:xfrm>
            <a:off x="2743200" y="1792224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1" i="0">
                <a:solidFill>
                  <a:srgbClr val="404040"/>
                </a:solidFill>
              </a:rPr>
              <a:t>1.00</a:t>
            </a:r>
          </a:p>
        </p:txBody>
      </p:sp>
      <p:sp>
        <p:nvSpPr>
          <p:cNvPr id="515" name="Oval 514"/>
          <p:cNvSpPr/>
          <p:nvPr/>
        </p:nvSpPr>
        <p:spPr>
          <a:xfrm>
            <a:off x="3281139" y="253948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6" name="Oval 515"/>
          <p:cNvSpPr/>
          <p:nvPr/>
        </p:nvSpPr>
        <p:spPr>
          <a:xfrm>
            <a:off x="3300385" y="2493017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7" name="Oval 516"/>
          <p:cNvSpPr/>
          <p:nvPr/>
        </p:nvSpPr>
        <p:spPr>
          <a:xfrm>
            <a:off x="3319631" y="244655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8" name="Oval 517"/>
          <p:cNvSpPr/>
          <p:nvPr/>
        </p:nvSpPr>
        <p:spPr>
          <a:xfrm>
            <a:off x="3338877" y="240008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19" name="Oval 518"/>
          <p:cNvSpPr/>
          <p:nvPr/>
        </p:nvSpPr>
        <p:spPr>
          <a:xfrm>
            <a:off x="3358123" y="235362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0" name="Oval 519"/>
          <p:cNvSpPr/>
          <p:nvPr/>
        </p:nvSpPr>
        <p:spPr>
          <a:xfrm>
            <a:off x="3377369" y="230716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1" name="Oval 520"/>
          <p:cNvSpPr/>
          <p:nvPr/>
        </p:nvSpPr>
        <p:spPr>
          <a:xfrm>
            <a:off x="3396615" y="226069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2" name="Oval 521"/>
          <p:cNvSpPr/>
          <p:nvPr/>
        </p:nvSpPr>
        <p:spPr>
          <a:xfrm>
            <a:off x="3415861" y="221423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3" name="Oval 522"/>
          <p:cNvSpPr/>
          <p:nvPr/>
        </p:nvSpPr>
        <p:spPr>
          <a:xfrm>
            <a:off x="3435107" y="216777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4" name="TextBox 523"/>
          <p:cNvSpPr txBox="1"/>
          <p:nvPr/>
        </p:nvSpPr>
        <p:spPr>
          <a:xfrm>
            <a:off x="3345072" y="1911943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1.25</a:t>
            </a:r>
          </a:p>
        </p:txBody>
      </p:sp>
      <p:sp>
        <p:nvSpPr>
          <p:cNvPr id="525" name="Oval 524"/>
          <p:cNvSpPr/>
          <p:nvPr/>
        </p:nvSpPr>
        <p:spPr>
          <a:xfrm>
            <a:off x="3601524" y="2753555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6" name="Oval 525"/>
          <p:cNvSpPr/>
          <p:nvPr/>
        </p:nvSpPr>
        <p:spPr>
          <a:xfrm>
            <a:off x="3637086" y="2717993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7" name="Oval 526"/>
          <p:cNvSpPr/>
          <p:nvPr/>
        </p:nvSpPr>
        <p:spPr>
          <a:xfrm>
            <a:off x="3672648" y="2682431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8" name="Oval 527"/>
          <p:cNvSpPr/>
          <p:nvPr/>
        </p:nvSpPr>
        <p:spPr>
          <a:xfrm>
            <a:off x="3708210" y="2646869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29" name="Oval 528"/>
          <p:cNvSpPr/>
          <p:nvPr/>
        </p:nvSpPr>
        <p:spPr>
          <a:xfrm>
            <a:off x="3743771" y="2611308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0" name="Oval 529"/>
          <p:cNvSpPr/>
          <p:nvPr/>
        </p:nvSpPr>
        <p:spPr>
          <a:xfrm>
            <a:off x="3779333" y="2575746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1" name="Oval 530"/>
          <p:cNvSpPr/>
          <p:nvPr/>
        </p:nvSpPr>
        <p:spPr>
          <a:xfrm>
            <a:off x="3814895" y="2540184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2" name="Oval 531"/>
          <p:cNvSpPr/>
          <p:nvPr/>
        </p:nvSpPr>
        <p:spPr>
          <a:xfrm>
            <a:off x="3850457" y="2504622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3" name="Oval 532"/>
          <p:cNvSpPr/>
          <p:nvPr/>
        </p:nvSpPr>
        <p:spPr>
          <a:xfrm>
            <a:off x="3886019" y="24690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4" name="TextBox 533"/>
          <p:cNvSpPr txBox="1"/>
          <p:nvPr/>
        </p:nvSpPr>
        <p:spPr>
          <a:xfrm>
            <a:off x="3855314" y="2252877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1.50</a:t>
            </a:r>
          </a:p>
        </p:txBody>
      </p:sp>
      <p:sp>
        <p:nvSpPr>
          <p:cNvPr id="535" name="Oval 534"/>
          <p:cNvSpPr/>
          <p:nvPr/>
        </p:nvSpPr>
        <p:spPr>
          <a:xfrm>
            <a:off x="389077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6" name="Oval 535"/>
          <p:cNvSpPr/>
          <p:nvPr/>
        </p:nvSpPr>
        <p:spPr>
          <a:xfrm>
            <a:off x="3941063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7" name="Oval 536"/>
          <p:cNvSpPr/>
          <p:nvPr/>
        </p:nvSpPr>
        <p:spPr>
          <a:xfrm>
            <a:off x="399135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8" name="Oval 537"/>
          <p:cNvSpPr/>
          <p:nvPr/>
        </p:nvSpPr>
        <p:spPr>
          <a:xfrm>
            <a:off x="404164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39" name="Oval 538"/>
          <p:cNvSpPr/>
          <p:nvPr/>
        </p:nvSpPr>
        <p:spPr>
          <a:xfrm>
            <a:off x="4091939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0" name="Oval 539"/>
          <p:cNvSpPr/>
          <p:nvPr/>
        </p:nvSpPr>
        <p:spPr>
          <a:xfrm>
            <a:off x="4142232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1" name="Oval 540"/>
          <p:cNvSpPr/>
          <p:nvPr/>
        </p:nvSpPr>
        <p:spPr>
          <a:xfrm>
            <a:off x="4192524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2" name="Oval 541"/>
          <p:cNvSpPr/>
          <p:nvPr/>
        </p:nvSpPr>
        <p:spPr>
          <a:xfrm>
            <a:off x="4242816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3" name="Oval 542"/>
          <p:cNvSpPr/>
          <p:nvPr/>
        </p:nvSpPr>
        <p:spPr>
          <a:xfrm>
            <a:off x="4293108" y="3451860"/>
            <a:ext cx="45720" cy="4572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4" name="TextBox 543"/>
          <p:cNvSpPr txBox="1"/>
          <p:nvPr/>
        </p:nvSpPr>
        <p:spPr>
          <a:xfrm>
            <a:off x="4315968" y="3364991"/>
            <a:ext cx="36576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" b="0" i="0">
                <a:solidFill>
                  <a:srgbClr val="404040"/>
                </a:solidFill>
              </a:rPr>
              <a:t>2.00</a:t>
            </a:r>
          </a:p>
        </p:txBody>
      </p:sp>
      <p:sp>
        <p:nvSpPr>
          <p:cNvPr id="545" name="Oval 544"/>
          <p:cNvSpPr/>
          <p:nvPr/>
        </p:nvSpPr>
        <p:spPr>
          <a:xfrm>
            <a:off x="2889504" y="343814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6" name="Oval 545"/>
          <p:cNvSpPr/>
          <p:nvPr/>
        </p:nvSpPr>
        <p:spPr>
          <a:xfrm>
            <a:off x="2874807" y="340266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7" name="Oval 546"/>
          <p:cNvSpPr/>
          <p:nvPr/>
        </p:nvSpPr>
        <p:spPr>
          <a:xfrm>
            <a:off x="2860110" y="336718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8" name="Oval 547"/>
          <p:cNvSpPr/>
          <p:nvPr/>
        </p:nvSpPr>
        <p:spPr>
          <a:xfrm>
            <a:off x="2845413" y="333169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9" name="Oval 548"/>
          <p:cNvSpPr/>
          <p:nvPr/>
        </p:nvSpPr>
        <p:spPr>
          <a:xfrm>
            <a:off x="2830716" y="329621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0" name="Oval 549"/>
          <p:cNvSpPr/>
          <p:nvPr/>
        </p:nvSpPr>
        <p:spPr>
          <a:xfrm>
            <a:off x="2816019" y="3260736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1" name="Oval 550"/>
          <p:cNvSpPr/>
          <p:nvPr/>
        </p:nvSpPr>
        <p:spPr>
          <a:xfrm>
            <a:off x="2801322" y="322525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2" name="Oval 551"/>
          <p:cNvSpPr/>
          <p:nvPr/>
        </p:nvSpPr>
        <p:spPr>
          <a:xfrm>
            <a:off x="2786625" y="318977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3" name="Oval 552"/>
          <p:cNvSpPr/>
          <p:nvPr/>
        </p:nvSpPr>
        <p:spPr>
          <a:xfrm>
            <a:off x="2771928" y="315429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4" name="Oval 553"/>
          <p:cNvSpPr/>
          <p:nvPr/>
        </p:nvSpPr>
        <p:spPr>
          <a:xfrm>
            <a:off x="2757232" y="311881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5" name="Oval 554"/>
          <p:cNvSpPr/>
          <p:nvPr/>
        </p:nvSpPr>
        <p:spPr>
          <a:xfrm>
            <a:off x="2742535" y="3083329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6" name="Oval 555"/>
          <p:cNvSpPr/>
          <p:nvPr/>
        </p:nvSpPr>
        <p:spPr>
          <a:xfrm>
            <a:off x="2727838" y="304784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7" name="Oval 556"/>
          <p:cNvSpPr/>
          <p:nvPr/>
        </p:nvSpPr>
        <p:spPr>
          <a:xfrm>
            <a:off x="2713141" y="301236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8" name="Oval 557"/>
          <p:cNvSpPr/>
          <p:nvPr/>
        </p:nvSpPr>
        <p:spPr>
          <a:xfrm>
            <a:off x="2698444" y="297688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59" name="Oval 558"/>
          <p:cNvSpPr/>
          <p:nvPr/>
        </p:nvSpPr>
        <p:spPr>
          <a:xfrm>
            <a:off x="2683747" y="294140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0" name="Oval 559"/>
          <p:cNvSpPr/>
          <p:nvPr/>
        </p:nvSpPr>
        <p:spPr>
          <a:xfrm>
            <a:off x="2669050" y="2905922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1" name="Oval 560"/>
          <p:cNvSpPr/>
          <p:nvPr/>
        </p:nvSpPr>
        <p:spPr>
          <a:xfrm>
            <a:off x="2654353" y="2870441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2" name="Oval 561"/>
          <p:cNvSpPr/>
          <p:nvPr/>
        </p:nvSpPr>
        <p:spPr>
          <a:xfrm>
            <a:off x="2639657" y="2834960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3" name="Oval 562"/>
          <p:cNvSpPr/>
          <p:nvPr/>
        </p:nvSpPr>
        <p:spPr>
          <a:xfrm>
            <a:off x="2624960" y="2799478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4" name="Oval 563"/>
          <p:cNvSpPr/>
          <p:nvPr/>
        </p:nvSpPr>
        <p:spPr>
          <a:xfrm>
            <a:off x="2610263" y="2763997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5" name="Oval 564"/>
          <p:cNvSpPr/>
          <p:nvPr/>
        </p:nvSpPr>
        <p:spPr>
          <a:xfrm>
            <a:off x="2595566" y="2728515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6" name="Oval 565"/>
          <p:cNvSpPr/>
          <p:nvPr/>
        </p:nvSpPr>
        <p:spPr>
          <a:xfrm>
            <a:off x="2580869" y="2693034"/>
            <a:ext cx="73152" cy="73152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7" name="Oval 566"/>
          <p:cNvSpPr/>
          <p:nvPr/>
        </p:nvSpPr>
        <p:spPr>
          <a:xfrm>
            <a:off x="2579888" y="2671269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8" name="Oval 567"/>
          <p:cNvSpPr/>
          <p:nvPr/>
        </p:nvSpPr>
        <p:spPr>
          <a:xfrm>
            <a:off x="2565191" y="2635787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9" name="Oval 568"/>
          <p:cNvSpPr/>
          <p:nvPr/>
        </p:nvSpPr>
        <p:spPr>
          <a:xfrm>
            <a:off x="2550494" y="2600306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0" name="Oval 569"/>
          <p:cNvSpPr/>
          <p:nvPr/>
        </p:nvSpPr>
        <p:spPr>
          <a:xfrm>
            <a:off x="2535797" y="2564824"/>
            <a:ext cx="45720" cy="45720"/>
          </a:xfrm>
          <a:prstGeom prst="ellipse">
            <a:avLst/>
          </a:prstGeom>
          <a:solidFill>
            <a:srgbClr val="F7941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1" name="Oval 570"/>
          <p:cNvSpPr/>
          <p:nvPr/>
        </p:nvSpPr>
        <p:spPr>
          <a:xfrm>
            <a:off x="2898648" y="3408883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2" name="Oval 571"/>
          <p:cNvSpPr/>
          <p:nvPr/>
        </p:nvSpPr>
        <p:spPr>
          <a:xfrm>
            <a:off x="2898648" y="337047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3" name="Oval 572"/>
          <p:cNvSpPr/>
          <p:nvPr/>
        </p:nvSpPr>
        <p:spPr>
          <a:xfrm>
            <a:off x="2898648" y="32936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4" name="Oval 573"/>
          <p:cNvSpPr/>
          <p:nvPr/>
        </p:nvSpPr>
        <p:spPr>
          <a:xfrm>
            <a:off x="2898648" y="325526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5" name="Oval 574"/>
          <p:cNvSpPr/>
          <p:nvPr/>
        </p:nvSpPr>
        <p:spPr>
          <a:xfrm>
            <a:off x="2898648" y="3178454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6" name="Oval 575"/>
          <p:cNvSpPr/>
          <p:nvPr/>
        </p:nvSpPr>
        <p:spPr>
          <a:xfrm>
            <a:off x="2898648" y="3140049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7" name="Oval 576"/>
          <p:cNvSpPr/>
          <p:nvPr/>
        </p:nvSpPr>
        <p:spPr>
          <a:xfrm>
            <a:off x="2898648" y="306324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8" name="Oval 577"/>
          <p:cNvSpPr/>
          <p:nvPr/>
        </p:nvSpPr>
        <p:spPr>
          <a:xfrm>
            <a:off x="2898648" y="302483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79" name="Oval 578"/>
          <p:cNvSpPr/>
          <p:nvPr/>
        </p:nvSpPr>
        <p:spPr>
          <a:xfrm>
            <a:off x="2898648" y="2948025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0" name="Oval 579"/>
          <p:cNvSpPr/>
          <p:nvPr/>
        </p:nvSpPr>
        <p:spPr>
          <a:xfrm>
            <a:off x="2898648" y="2909620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1" name="Oval 580"/>
          <p:cNvSpPr/>
          <p:nvPr/>
        </p:nvSpPr>
        <p:spPr>
          <a:xfrm>
            <a:off x="2898648" y="2832811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2" name="Oval 581"/>
          <p:cNvSpPr/>
          <p:nvPr/>
        </p:nvSpPr>
        <p:spPr>
          <a:xfrm>
            <a:off x="2898648" y="279440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3" name="Oval 582"/>
          <p:cNvSpPr/>
          <p:nvPr/>
        </p:nvSpPr>
        <p:spPr>
          <a:xfrm>
            <a:off x="2898648" y="2717596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4" name="Oval 583"/>
          <p:cNvSpPr/>
          <p:nvPr/>
        </p:nvSpPr>
        <p:spPr>
          <a:xfrm>
            <a:off x="2898648" y="267919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5" name="Oval 584"/>
          <p:cNvSpPr/>
          <p:nvPr/>
        </p:nvSpPr>
        <p:spPr>
          <a:xfrm>
            <a:off x="2898648" y="2602382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6" name="Oval 585"/>
          <p:cNvSpPr/>
          <p:nvPr/>
        </p:nvSpPr>
        <p:spPr>
          <a:xfrm>
            <a:off x="2898648" y="2563977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7" name="Oval 586"/>
          <p:cNvSpPr/>
          <p:nvPr/>
        </p:nvSpPr>
        <p:spPr>
          <a:xfrm>
            <a:off x="2898648" y="2487168"/>
            <a:ext cx="54864" cy="54864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88" name="Oval 587"/>
          <p:cNvSpPr/>
          <p:nvPr/>
        </p:nvSpPr>
        <p:spPr>
          <a:xfrm>
            <a:off x="2834640" y="3383279"/>
            <a:ext cx="182880" cy="182880"/>
          </a:xfrm>
          <a:prstGeom prst="ellipse">
            <a:avLst/>
          </a:prstGeom>
          <a:solidFill>
            <a:srgbClr val="40404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93" name="TextBox 592"/>
          <p:cNvSpPr txBox="1"/>
          <p:nvPr/>
        </p:nvSpPr>
        <p:spPr>
          <a:xfrm>
            <a:off x="175083" y="2368086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C00000"/>
                </a:solidFill>
              </a:rPr>
              <a:t>●</a:t>
            </a:r>
          </a:p>
        </p:txBody>
      </p:sp>
      <p:sp>
        <p:nvSpPr>
          <p:cNvPr id="594" name="TextBox 593"/>
          <p:cNvSpPr txBox="1"/>
          <p:nvPr/>
        </p:nvSpPr>
        <p:spPr>
          <a:xfrm>
            <a:off x="335138" y="2377230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Below 0.70 — Critical</a:t>
            </a:r>
          </a:p>
        </p:txBody>
      </p:sp>
      <p:sp>
        <p:nvSpPr>
          <p:cNvPr id="595" name="TextBox 594"/>
          <p:cNvSpPr txBox="1"/>
          <p:nvPr/>
        </p:nvSpPr>
        <p:spPr>
          <a:xfrm>
            <a:off x="182526" y="2560110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FFC000"/>
                </a:solidFill>
              </a:rPr>
              <a:t>●</a:t>
            </a:r>
          </a:p>
        </p:txBody>
      </p:sp>
      <p:sp>
        <p:nvSpPr>
          <p:cNvPr id="596" name="TextBox 595"/>
          <p:cNvSpPr txBox="1"/>
          <p:nvPr/>
        </p:nvSpPr>
        <p:spPr>
          <a:xfrm>
            <a:off x="335139" y="255096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0.70–0.90 — Yellow</a:t>
            </a:r>
          </a:p>
        </p:txBody>
      </p:sp>
      <p:sp>
        <p:nvSpPr>
          <p:cNvPr id="597" name="TextBox 596"/>
          <p:cNvSpPr txBox="1"/>
          <p:nvPr/>
        </p:nvSpPr>
        <p:spPr>
          <a:xfrm>
            <a:off x="182880" y="2740688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8000"/>
                </a:solidFill>
              </a:rPr>
              <a:t>●</a:t>
            </a:r>
          </a:p>
        </p:txBody>
      </p:sp>
      <p:sp>
        <p:nvSpPr>
          <p:cNvPr id="598" name="TextBox 597"/>
          <p:cNvSpPr txBox="1"/>
          <p:nvPr/>
        </p:nvSpPr>
        <p:spPr>
          <a:xfrm>
            <a:off x="355499" y="2757876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0.90–1.10 — On Track</a:t>
            </a:r>
          </a:p>
        </p:txBody>
      </p:sp>
      <p:sp>
        <p:nvSpPr>
          <p:cNvPr id="599" name="TextBox 598"/>
          <p:cNvSpPr txBox="1"/>
          <p:nvPr/>
        </p:nvSpPr>
        <p:spPr>
          <a:xfrm>
            <a:off x="182880" y="2907582"/>
            <a:ext cx="18288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 dirty="0">
                <a:solidFill>
                  <a:srgbClr val="0033CC"/>
                </a:solidFill>
              </a:rPr>
              <a:t>●</a:t>
            </a:r>
          </a:p>
        </p:txBody>
      </p:sp>
      <p:sp>
        <p:nvSpPr>
          <p:cNvPr id="600" name="TextBox 599"/>
          <p:cNvSpPr txBox="1"/>
          <p:nvPr/>
        </p:nvSpPr>
        <p:spPr>
          <a:xfrm>
            <a:off x="355128" y="2874834"/>
            <a:ext cx="256032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Above 1.10 — Ahead</a:t>
            </a:r>
          </a:p>
        </p:txBody>
      </p:sp>
      <p:sp>
        <p:nvSpPr>
          <p:cNvPr id="601" name="TextBox 600"/>
          <p:cNvSpPr txBox="1"/>
          <p:nvPr/>
        </p:nvSpPr>
        <p:spPr>
          <a:xfrm>
            <a:off x="-41502" y="1823112"/>
            <a:ext cx="2908441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 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February 2026 </a:t>
            </a:r>
            <a:r>
              <a:rPr sz="900" b="1" i="0" dirty="0">
                <a:solidFill>
                  <a:srgbClr val="F7941D"/>
                </a:solidFill>
              </a:rPr>
              <a:t>: 0.75  (Orange)</a:t>
            </a:r>
          </a:p>
        </p:txBody>
      </p:sp>
      <p:sp>
        <p:nvSpPr>
          <p:cNvPr id="602" name="TextBox 601"/>
          <p:cNvSpPr txBox="1"/>
          <p:nvPr/>
        </p:nvSpPr>
        <p:spPr>
          <a:xfrm>
            <a:off x="94843" y="1991850"/>
            <a:ext cx="2603913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 dirty="0">
                <a:solidFill>
                  <a:srgbClr val="404040"/>
                </a:solidFill>
              </a:rPr>
              <a:t>╌╌</a:t>
            </a:r>
            <a:r>
              <a:rPr lang="en-US" sz="900" b="0" i="0" dirty="0">
                <a:solidFill>
                  <a:srgbClr val="404040"/>
                </a:solidFill>
              </a:rPr>
              <a:t> </a:t>
            </a:r>
            <a:r>
              <a:rPr sz="900" b="0" i="0" dirty="0">
                <a:solidFill>
                  <a:srgbClr val="404040"/>
                </a:solidFill>
              </a:rPr>
              <a:t> </a:t>
            </a:r>
            <a:r>
              <a:rPr lang="en-US" sz="900" b="0" i="0" dirty="0">
                <a:solidFill>
                  <a:srgbClr val="404040"/>
                </a:solidFill>
              </a:rPr>
              <a:t>January 2026    : </a:t>
            </a:r>
            <a:r>
              <a:rPr sz="900" b="0" i="0" dirty="0">
                <a:solidFill>
                  <a:srgbClr val="404040"/>
                </a:solidFill>
              </a:rPr>
              <a:t> 1.00  (Gray)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D8DCC11B-AE40-024F-BFC9-B0646C4365B0}"/>
              </a:ext>
            </a:extLst>
          </p:cNvPr>
          <p:cNvSpPr txBox="1"/>
          <p:nvPr/>
        </p:nvSpPr>
        <p:spPr>
          <a:xfrm>
            <a:off x="-28081" y="1635162"/>
            <a:ext cx="5029200" cy="2308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900" b="1" dirty="0">
                <a:solidFill>
                  <a:srgbClr val="F7941D"/>
                </a:solidFill>
              </a:rPr>
              <a:t>     ---</a:t>
            </a:r>
            <a:r>
              <a:rPr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F7941D"/>
                </a:solidFill>
              </a:rPr>
              <a:t> </a:t>
            </a:r>
            <a:r>
              <a:rPr lang="en-US" sz="900" b="1" i="0" dirty="0">
                <a:solidFill>
                  <a:srgbClr val="00B0F0"/>
                </a:solidFill>
              </a:rPr>
              <a:t>March  2026 </a:t>
            </a:r>
            <a:r>
              <a:rPr sz="900" b="1" i="0" dirty="0">
                <a:solidFill>
                  <a:srgbClr val="00B0F0"/>
                </a:solidFill>
              </a:rPr>
              <a:t>: </a:t>
            </a:r>
            <a:r>
              <a:rPr lang="en-US" sz="900" b="1" i="0" dirty="0">
                <a:solidFill>
                  <a:srgbClr val="00B0F0"/>
                </a:solidFill>
              </a:rPr>
              <a:t>0.80  (Yellow ↓</a:t>
            </a:r>
            <a:r>
              <a:rPr lang="en-US" sz="900" b="1" dirty="0">
                <a:solidFill>
                  <a:srgbClr val="00B0F0"/>
                </a:solidFill>
              </a:rPr>
              <a:t>)</a:t>
            </a:r>
            <a:endParaRPr sz="900" b="1" i="0" dirty="0">
              <a:solidFill>
                <a:srgbClr val="00B0F0"/>
              </a:solidFill>
            </a:endParaRPr>
          </a:p>
        </p:txBody>
      </p:sp>
      <p:sp>
        <p:nvSpPr>
          <p:cNvPr id="23" name="Oval 22">
            <a:extLst>
              <a:ext uri="{FF2B5EF4-FFF2-40B4-BE49-F238E27FC236}">
                <a16:creationId xmlns:a16="http://schemas.microsoft.com/office/drawing/2014/main" id="{7B5E675D-0850-D6EF-B86D-ED6C4C63AD59}"/>
              </a:ext>
            </a:extLst>
          </p:cNvPr>
          <p:cNvSpPr/>
          <p:nvPr/>
        </p:nvSpPr>
        <p:spPr>
          <a:xfrm rot="20799249" flipH="1" flipV="1">
            <a:off x="2807705" y="2395340"/>
            <a:ext cx="57947" cy="1075739"/>
          </a:xfrm>
          <a:prstGeom prst="ellipse">
            <a:avLst/>
          </a:prstGeom>
          <a:solidFill>
            <a:srgbClr val="00B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>
              <a:solidFill>
                <a:srgbClr val="00B050"/>
              </a:solidFill>
              <a:highlight>
                <a:srgbClr val="FFFF00"/>
              </a:highlight>
            </a:endParaRPr>
          </a:p>
        </p:txBody>
      </p:sp>
      <p:graphicFrame>
        <p:nvGraphicFramePr>
          <p:cNvPr id="29" name="Table 28">
            <a:extLst>
              <a:ext uri="{FF2B5EF4-FFF2-40B4-BE49-F238E27FC236}">
                <a16:creationId xmlns:a16="http://schemas.microsoft.com/office/drawing/2014/main" id="{A4318E08-46E2-67A6-8984-D5B65D4972D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0928809"/>
              </p:ext>
            </p:extLst>
          </p:nvPr>
        </p:nvGraphicFramePr>
        <p:xfrm>
          <a:off x="0" y="3904239"/>
          <a:ext cx="12191695" cy="310527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014280">
                  <a:extLst>
                    <a:ext uri="{9D8B030D-6E8A-4147-A177-3AD203B41FA5}">
                      <a16:colId xmlns:a16="http://schemas.microsoft.com/office/drawing/2014/main" val="2576001386"/>
                    </a:ext>
                  </a:extLst>
                </a:gridCol>
                <a:gridCol w="1660898">
                  <a:extLst>
                    <a:ext uri="{9D8B030D-6E8A-4147-A177-3AD203B41FA5}">
                      <a16:colId xmlns:a16="http://schemas.microsoft.com/office/drawing/2014/main" val="3142268655"/>
                    </a:ext>
                  </a:extLst>
                </a:gridCol>
                <a:gridCol w="1201500">
                  <a:extLst>
                    <a:ext uri="{9D8B030D-6E8A-4147-A177-3AD203B41FA5}">
                      <a16:colId xmlns:a16="http://schemas.microsoft.com/office/drawing/2014/main" val="2347490180"/>
                    </a:ext>
                  </a:extLst>
                </a:gridCol>
                <a:gridCol w="1519544">
                  <a:extLst>
                    <a:ext uri="{9D8B030D-6E8A-4147-A177-3AD203B41FA5}">
                      <a16:colId xmlns:a16="http://schemas.microsoft.com/office/drawing/2014/main" val="1335105491"/>
                    </a:ext>
                  </a:extLst>
                </a:gridCol>
                <a:gridCol w="1077816">
                  <a:extLst>
                    <a:ext uri="{9D8B030D-6E8A-4147-A177-3AD203B41FA5}">
                      <a16:colId xmlns:a16="http://schemas.microsoft.com/office/drawing/2014/main" val="4268637745"/>
                    </a:ext>
                  </a:extLst>
                </a:gridCol>
                <a:gridCol w="1060148">
                  <a:extLst>
                    <a:ext uri="{9D8B030D-6E8A-4147-A177-3AD203B41FA5}">
                      <a16:colId xmlns:a16="http://schemas.microsoft.com/office/drawing/2014/main" val="1974327711"/>
                    </a:ext>
                  </a:extLst>
                </a:gridCol>
                <a:gridCol w="3657509">
                  <a:extLst>
                    <a:ext uri="{9D8B030D-6E8A-4147-A177-3AD203B41FA5}">
                      <a16:colId xmlns:a16="http://schemas.microsoft.com/office/drawing/2014/main" val="3919827661"/>
                    </a:ext>
                  </a:extLst>
                </a:gridCol>
              </a:tblGrid>
              <a:tr h="393725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Dates 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Planned site (PV)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Actual Sites Completed (EV)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>
                          <a:effectLst/>
                        </a:rPr>
                        <a:t>Weekly SPI</a:t>
                      </a:r>
                      <a:endParaRPr lang="en-US" sz="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 err="1">
                          <a:effectLst/>
                        </a:rPr>
                        <a:t>Culmative</a:t>
                      </a:r>
                      <a:r>
                        <a:rPr lang="en-US" sz="800" u="none" strike="noStrike" dirty="0">
                          <a:effectLst/>
                        </a:rPr>
                        <a:t> SPI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Key Notes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27475177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iLO</a:t>
                      </a: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 corporate connectivity interfaces turned up at Melville and Hicksville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2/26/2026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</a:t>
                      </a:r>
                      <a:r>
                        <a:rPr lang="en-US" sz="700" dirty="0"/>
                        <a:t>(DC power complete)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dirty="0"/>
                        <a:t>1</a:t>
                      </a:r>
                      <a:r>
                        <a:rPr sz="700" dirty="0"/>
                        <a:t>
(DC power </a:t>
                      </a:r>
                      <a:r>
                        <a:rPr lang="en-US" sz="700" dirty="0"/>
                        <a:t>complete</a:t>
                      </a:r>
                      <a:r>
                        <a:rPr sz="700" dirty="0"/>
                        <a:t>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6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Northport fuse tripping — ILO work blocked. DC power issue resolved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20871147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Layer 3 (BGP) network design and configurations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3/9/2026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(OTDR confirm)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(OTDR complete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7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OTDR confirmed bad filter at Hicksville. Link now active. Crown Castle issue cleared.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681884504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Remote access to NSP for Nokia Network Configurations &amp; Management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4/13/2026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(NSP fiber term)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(complete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0.7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Fiber run to NSP completed &amp; terminated at Hicksville by Hawkeye.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66824973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</a:rPr>
                        <a:t>BGP design approved 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>
                          <a:effectLst/>
                        </a:rPr>
                        <a:t>3/16/2026</a:t>
                      </a:r>
                      <a:endParaRPr lang="en-US" sz="9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 milestone
(BGP approval)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1
(approved ✅)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16A34A"/>
                          </a:solidFill>
                        </a:rPr>
                        <a:t>1.00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b="1" dirty="0">
                          <a:solidFill>
                            <a:srgbClr val="DD7700"/>
                          </a:solidFill>
                        </a:rPr>
                        <a:t>0.</a:t>
                      </a:r>
                      <a:r>
                        <a:rPr lang="en-US" sz="700" b="1" dirty="0">
                          <a:solidFill>
                            <a:srgbClr val="DD7700"/>
                          </a:solidFill>
                        </a:rPr>
                        <a:t>80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sz="700" dirty="0"/>
                        <a:t>BGP design formally approved. Lee to begin change docs for Hicksville &amp; Melville. ✅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252769064"/>
                  </a:ext>
                </a:extLst>
              </a:tr>
              <a:tr h="279418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Work with B&amp;M to access NOKIA NSP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4/05/2026</a:t>
                      </a: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.80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Work with B&amp;M and PSEG tech to access equipment 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4215622322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b="0" i="0" u="none" strike="noStrike" dirty="0">
                          <a:solidFill>
                            <a:srgbClr val="000000"/>
                          </a:solidFill>
                          <a:effectLst/>
                          <a:latin typeface="+mn-lt"/>
                        </a:rPr>
                        <a:t>Build Phase 1 nodes into GUI Interface </a:t>
                      </a: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Team is working on finishing this by Friday 4/24/26, Remote access using GUI and build out Phase 1 nodes into GUI interface.</a:t>
                      </a:r>
                    </a:p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1319639655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9 IFCs sent to Hawkeye to start site surveys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4/20/2026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u="none" strike="noStrike" dirty="0">
                          <a:effectLst/>
                        </a:rPr>
                        <a:t>Hawkeye will complete site survey and make a list of what will be required for installation for each site.  </a:t>
                      </a: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711001553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r>
                        <a:rPr lang="en-US" sz="800" u="none" strike="noStrike" dirty="0">
                          <a:effectLst/>
                          <a:latin typeface="+mn-lt"/>
                        </a:rPr>
                        <a:t> Test circuit  to test </a:t>
                      </a:r>
                      <a:r>
                        <a:rPr lang="en-US" sz="800" dirty="0">
                          <a:effectLst/>
                          <a:latin typeface="+mn-lt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RTU communication with the EMS at Hicksville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r>
                        <a:rPr lang="en-US" sz="900" u="none" strike="noStrike" dirty="0">
                          <a:effectLst/>
                        </a:rPr>
                        <a:t>4/18/2026 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800" dirty="0"/>
                        <a:t>1 milestone
(BGP approval)</a:t>
                      </a: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0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prstClr val="black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
(approved ✅)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sz="7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16A34A"/>
                          </a:solidFill>
                          <a:effectLst/>
                          <a:uLnTx/>
                          <a:uFillTx/>
                          <a:latin typeface="Calibri" panose="020F0502020204030204"/>
                          <a:ea typeface="+mn-ea"/>
                          <a:cs typeface="+mn-cs"/>
                        </a:rPr>
                        <a:t>1.00</a:t>
                      </a: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CNI will run test circuit, so we can verify RTU communication at Hicksville, before touching production RTU.</a:t>
                      </a: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3230843711"/>
                  </a:ext>
                </a:extLst>
              </a:tr>
              <a:tr h="254016"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+mn-lt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ctr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ctr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en-US" sz="8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uLnTx/>
                        <a:uFillTx/>
                        <a:latin typeface="Calibri" panose="020F0502020204030204" pitchFamily="34" charset="0"/>
                        <a:ea typeface="+mn-ea"/>
                        <a:cs typeface="+mn-cs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ctr" rtl="0" fontAlgn="b">
                        <a:buNone/>
                      </a:pPr>
                      <a:endParaRPr lang="en-US" sz="9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tc>
                  <a:txBody>
                    <a:bodyPr/>
                    <a:lstStyle/>
                    <a:p>
                      <a:pPr algn="l" rtl="0" fontAlgn="b">
                        <a:buNone/>
                      </a:pPr>
                      <a:endParaRPr 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6350" marR="6350" marT="6350" marB="0" anchor="b"/>
                </a:tc>
                <a:extLst>
                  <a:ext uri="{0D108BD9-81ED-4DB2-BD59-A6C34878D82A}">
                    <a16:rowId xmlns:a16="http://schemas.microsoft.com/office/drawing/2014/main" val="560404202"/>
                  </a:ext>
                </a:extLst>
              </a:tr>
            </a:tbl>
          </a:graphicData>
        </a:graphic>
      </p:graphicFrame>
      <p:sp>
        <p:nvSpPr>
          <p:cNvPr id="9" name="Content Placeholder 13">
            <a:extLst>
              <a:ext uri="{FF2B5EF4-FFF2-40B4-BE49-F238E27FC236}">
                <a16:creationId xmlns:a16="http://schemas.microsoft.com/office/drawing/2014/main" id="{BA6D0E5F-477A-C4F0-1F33-758DDA393984}"/>
              </a:ext>
            </a:extLst>
          </p:cNvPr>
          <p:cNvSpPr txBox="1">
            <a:spLocks/>
          </p:cNvSpPr>
          <p:nvPr/>
        </p:nvSpPr>
        <p:spPr>
          <a:xfrm>
            <a:off x="107878" y="-53777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 anchor="ctr">
            <a:noAutofit/>
          </a:bodyPr>
          <a:lstStyle>
            <a:defPPr>
              <a:defRPr lang="en-US"/>
            </a:defPPr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bg1"/>
                </a:solidFill>
              </a:rPr>
              <a:t>JMUX Replacement: Private Field Area Network   </a:t>
            </a:r>
            <a:endParaRPr lang="en-US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3">
            <a:extLst>
              <a:ext uri="{FF2B5EF4-FFF2-40B4-BE49-F238E27FC236}">
                <a16:creationId xmlns:a16="http://schemas.microsoft.com/office/drawing/2014/main" id="{4137E5B7-D729-3E53-76A8-E621B8FF4A49}"/>
              </a:ext>
            </a:extLst>
          </p:cNvPr>
          <p:cNvSpPr txBox="1">
            <a:spLocks noGrp="1"/>
          </p:cNvSpPr>
          <p:nvPr>
            <p:ph idx="11"/>
          </p:nvPr>
        </p:nvSpPr>
        <p:spPr bwMode="auto">
          <a:xfrm>
            <a:off x="1840484" y="160020"/>
            <a:ext cx="6213475" cy="277813"/>
          </a:xfrm>
          <a:prstGeom prst="roundRect">
            <a:avLst/>
          </a:prstGeom>
          <a:gradFill rotWithShape="1">
            <a:gsLst>
              <a:gs pos="0">
                <a:srgbClr val="E5E8E8">
                  <a:tint val="50000"/>
                  <a:satMod val="300000"/>
                </a:srgbClr>
              </a:gs>
              <a:gs pos="35000">
                <a:srgbClr val="E5E8E8">
                  <a:tint val="37000"/>
                  <a:satMod val="300000"/>
                </a:srgbClr>
              </a:gs>
              <a:gs pos="100000">
                <a:srgbClr val="E5E8E8">
                  <a:tint val="15000"/>
                  <a:satMod val="350000"/>
                </a:srgbClr>
              </a:gs>
            </a:gsLst>
            <a:lin ang="16200000" scaled="1"/>
          </a:gradFill>
          <a:ln w="9525" cap="flat" cmpd="sng" algn="ctr">
            <a:solidFill>
              <a:srgbClr val="E5E8E8">
                <a:shade val="95000"/>
                <a:satMod val="105000"/>
              </a:srgbClr>
            </a:solidFill>
            <a:prstDash val="solid"/>
            <a:headEnd type="none" w="med" len="med"/>
            <a:tailEnd type="none" w="med" len="med"/>
          </a:ln>
          <a:effectLst>
            <a:outerShdw blurRad="40000" dist="20000" dir="5400000" rotWithShape="0">
              <a:srgbClr val="000000">
                <a:alpha val="38000"/>
              </a:srgbClr>
            </a:outerShdw>
          </a:effectLst>
        </p:spPr>
        <p:txBody>
          <a:bodyPr vert="horz" wrap="none" lIns="0" tIns="45720" rIns="91440" bIns="45720" rtlCol="0" anchor="ctr" anchorCtr="0">
            <a:normAutofit fontScale="925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i="0" kern="1200">
                <a:solidFill>
                  <a:srgbClr val="142C41"/>
                </a:solidFill>
                <a:latin typeface="Outfit SemiBold" pitchFamily="2" charset="0"/>
                <a:ea typeface="+mj-ea"/>
                <a:cs typeface="Arial" panose="020B0604020202020204" pitchFamily="34" charset="0"/>
              </a:defRPr>
            </a:lvl1pPr>
          </a:lstStyle>
          <a:p>
            <a:pPr algn="ctr">
              <a:spcBef>
                <a:spcPts val="600"/>
              </a:spcBef>
              <a:spcAft>
                <a:spcPts val="600"/>
              </a:spcAft>
            </a:pPr>
            <a:r>
              <a:rPr lang="en-US" sz="1400" dirty="0"/>
              <a:t>Financials (2024-2026)   </a:t>
            </a:r>
          </a:p>
        </p:txBody>
      </p:sp>
      <p:graphicFrame>
        <p:nvGraphicFramePr>
          <p:cNvPr id="12" name="Object 11">
            <a:extLst>
              <a:ext uri="{FF2B5EF4-FFF2-40B4-BE49-F238E27FC236}">
                <a16:creationId xmlns:a16="http://schemas.microsoft.com/office/drawing/2014/main" id="{8DC3103A-DACE-56C7-0A28-51083147508E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760363038"/>
              </p:ext>
            </p:extLst>
          </p:nvPr>
        </p:nvGraphicFramePr>
        <p:xfrm>
          <a:off x="509288" y="2222524"/>
          <a:ext cx="9050866" cy="3782384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Binary Worksheet" r:id="rId2" imgW="5022820" imgH="2540288" progId="Excel.SheetBinaryMacroEnabled.12">
                  <p:embed/>
                </p:oleObj>
              </mc:Choice>
              <mc:Fallback>
                <p:oleObj name="Binary Worksheet" r:id="rId2" imgW="5022820" imgH="2540288" progId="Excel.SheetBinaryMacroEnabled.12">
                  <p:embed/>
                  <p:pic>
                    <p:nvPicPr>
                      <p:cNvPr id="12" name="Object 11">
                        <a:extLst>
                          <a:ext uri="{FF2B5EF4-FFF2-40B4-BE49-F238E27FC236}">
                            <a16:creationId xmlns:a16="http://schemas.microsoft.com/office/drawing/2014/main" id="{8DC3103A-DACE-56C7-0A28-51083147508E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3"/>
                      <a:stretch>
                        <a:fillRect/>
                      </a:stretch>
                    </p:blipFill>
                    <p:spPr>
                      <a:xfrm>
                        <a:off x="509288" y="2222524"/>
                        <a:ext cx="9050866" cy="3782384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1E9A7CBB-DBCA-0BB9-5D70-44E25DDFA9C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2695740"/>
              </p:ext>
            </p:extLst>
          </p:nvPr>
        </p:nvGraphicFramePr>
        <p:xfrm>
          <a:off x="509288" y="538223"/>
          <a:ext cx="9050866" cy="1583911"/>
        </p:xfrm>
        <a:graphic>
          <a:graphicData uri="http://schemas.openxmlformats.org/drawingml/2006/table">
            <a:tbl>
              <a:tblPr firstRow="1" firstCol="1" bandRow="1"/>
              <a:tblGrid>
                <a:gridCol w="1779040">
                  <a:extLst>
                    <a:ext uri="{9D8B030D-6E8A-4147-A177-3AD203B41FA5}">
                      <a16:colId xmlns:a16="http://schemas.microsoft.com/office/drawing/2014/main" val="3836632793"/>
                    </a:ext>
                  </a:extLst>
                </a:gridCol>
                <a:gridCol w="1400994">
                  <a:extLst>
                    <a:ext uri="{9D8B030D-6E8A-4147-A177-3AD203B41FA5}">
                      <a16:colId xmlns:a16="http://schemas.microsoft.com/office/drawing/2014/main" val="3171916749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593578605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3917198631"/>
                    </a:ext>
                  </a:extLst>
                </a:gridCol>
                <a:gridCol w="1601136">
                  <a:extLst>
                    <a:ext uri="{9D8B030D-6E8A-4147-A177-3AD203B41FA5}">
                      <a16:colId xmlns:a16="http://schemas.microsoft.com/office/drawing/2014/main" val="2708731188"/>
                    </a:ext>
                  </a:extLst>
                </a:gridCol>
                <a:gridCol w="1067424">
                  <a:extLst>
                    <a:ext uri="{9D8B030D-6E8A-4147-A177-3AD203B41FA5}">
                      <a16:colId xmlns:a16="http://schemas.microsoft.com/office/drawing/2014/main" val="3598552592"/>
                    </a:ext>
                  </a:extLst>
                </a:gridCol>
              </a:tblGrid>
              <a:tr h="40444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Category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2024 Actuals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2025 Actuals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2026 Actuals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Program 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% of Program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70C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50853374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Internal Labor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$29,357.90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$181,290.67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$28,272.39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$238,920.96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~4%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72254347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Materials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$601,379.80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$371,819.58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$46,040.04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$1,019,239.42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~18%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70849723"/>
                  </a:ext>
                </a:extLst>
              </a:tr>
              <a:tr h="30493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Outside Services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$103,408.84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$2,482,742.20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$1,698,535.37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$4,284,686.41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~76%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11271"/>
                  </a:ext>
                </a:extLst>
              </a:tr>
              <a:tr h="148090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Assessments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$7,059.70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$94,267.21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$16,970.35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$118,297.26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~2%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62482539"/>
                  </a:ext>
                </a:extLst>
              </a:tr>
              <a:tr h="269627"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TOTAL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$741,206.24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$3,130,319.66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$1,789,818.15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$5,661,344.05 </a:t>
                      </a:r>
                      <a:endParaRPr lang="en-US" sz="120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algn="ctr">
                        <a:buNone/>
                      </a:pPr>
                      <a:r>
                        <a:rPr lang="en-US" sz="1100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  <a:ea typeface="Aptos" panose="020B0004020202020204" pitchFamily="34" charset="0"/>
                          <a:cs typeface="Aptos" panose="020B0004020202020204" pitchFamily="34" charset="0"/>
                        </a:rPr>
                        <a:t>100%</a:t>
                      </a:r>
                      <a:endParaRPr lang="en-US" sz="1200" dirty="0">
                        <a:effectLst/>
                        <a:latin typeface="Aptos" panose="020B0004020202020204" pitchFamily="34" charset="0"/>
                        <a:ea typeface="Aptos" panose="020B0004020202020204" pitchFamily="34" charset="0"/>
                        <a:cs typeface="Aptos" panose="020B0004020202020204" pitchFamily="34" charset="0"/>
                      </a:endParaRPr>
                    </a:p>
                  </a:txBody>
                  <a:tcPr marL="68580" marR="68580" marT="0" marB="0" anchor="b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7912518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200899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E4DC2193-B7FE-D8BE-DE47-7FE1525029A6}"/>
              </a:ext>
            </a:extLst>
          </p:cNvPr>
          <p:cNvSpPr txBox="1"/>
          <p:nvPr/>
        </p:nvSpPr>
        <p:spPr>
          <a:xfrm>
            <a:off x="420345" y="3027795"/>
            <a:ext cx="8511850" cy="30777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dirty="0"/>
              <a:t>Current Risk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Legacy JMUX equipment old and delicate. Potential for Outage. 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Ran into faulty connectors that are over 25 years old and not readily available with vendors.</a:t>
            </a:r>
          </a:p>
          <a:p>
            <a:pPr marL="1714500" lvl="3" indent="-342900">
              <a:spcBef>
                <a:spcPts val="600"/>
              </a:spcBef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Potential brittle fiber patch panels, Face plates, connectors and cables.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Weather delay and delay in installing the equipment at sub-station (tracking weekly).</a:t>
            </a:r>
          </a:p>
          <a:p>
            <a:pPr marL="800100" lvl="1" indent="-342900">
              <a:spcBef>
                <a:spcPts val="600"/>
              </a:spcBef>
              <a:spcAft>
                <a:spcPts val="600"/>
              </a:spcAft>
              <a:buFont typeface="+mj-lt"/>
              <a:buAutoNum type="arabicPeriod"/>
            </a:pPr>
            <a:r>
              <a:rPr lang="en-US" dirty="0"/>
              <a:t>Potential Schedule delays due to other major substation project conflicts.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2C3A67E-29DB-19F7-057D-329C6D37C7B4}"/>
              </a:ext>
            </a:extLst>
          </p:cNvPr>
          <p:cNvSpPr txBox="1"/>
          <p:nvPr/>
        </p:nvSpPr>
        <p:spPr>
          <a:xfrm>
            <a:off x="420345" y="476394"/>
            <a:ext cx="9199984" cy="238526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spcBef>
                <a:spcPts val="600"/>
              </a:spcBef>
              <a:spcAft>
                <a:spcPts val="600"/>
              </a:spcAft>
            </a:pPr>
            <a:r>
              <a:rPr lang="en-US" b="1" i="1" dirty="0"/>
              <a:t>Next Steps</a:t>
            </a:r>
          </a:p>
          <a:p>
            <a:pPr marL="342900" indent="-342900">
              <a:buAutoNum type="arabicPeriod"/>
            </a:pPr>
            <a:r>
              <a:rPr lang="en-US" dirty="0"/>
              <a:t>Work with  B&amp;M to test the RTU circuit that was run by CNI team. </a:t>
            </a:r>
          </a:p>
          <a:p>
            <a:pPr marL="342900" indent="-342900">
              <a:buAutoNum type="arabicPeriod"/>
            </a:pPr>
            <a:r>
              <a:rPr lang="en-US" dirty="0"/>
              <a:t>Make sure all Phase 1 nodes are built into the network GUI and can be accessed remotely. Also need to check that all routers are configured as per SSP. </a:t>
            </a:r>
          </a:p>
          <a:p>
            <a:pPr marL="342900" indent="-342900">
              <a:buAutoNum type="arabicPeriod"/>
            </a:pPr>
            <a:r>
              <a:rPr lang="en-US" dirty="0"/>
              <a:t>Complete testing on test RTU and work with B&amp;M to go over MOP to move production RTU. </a:t>
            </a:r>
          </a:p>
          <a:p>
            <a:pPr marL="342900" indent="-342900">
              <a:buAutoNum type="arabicPeriod"/>
            </a:pPr>
            <a:r>
              <a:rPr lang="en-US" dirty="0"/>
              <a:t>Follow up with Hawkey to make sure the site surveys are scheduled for Phase 2 sites.</a:t>
            </a:r>
          </a:p>
          <a:p>
            <a:pPr marL="342900" indent="-342900">
              <a:buAutoNum type="arabicPeriod"/>
            </a:pPr>
            <a:r>
              <a:rPr lang="en-US" dirty="0"/>
              <a:t>Track PAR control design and equipment ordered for 6 sites.</a:t>
            </a:r>
          </a:p>
          <a:p>
            <a:pPr marL="342900" indent="-342900">
              <a:buAutoNum type="arabicPeriod"/>
            </a:pPr>
            <a:r>
              <a:rPr lang="en-US" dirty="0"/>
              <a:t>Keep tracking IFR/IFCs – 9/36 received to date. </a:t>
            </a:r>
          </a:p>
        </p:txBody>
      </p:sp>
      <p:sp>
        <p:nvSpPr>
          <p:cNvPr id="2" name="Content Placeholder 13">
            <a:extLst>
              <a:ext uri="{FF2B5EF4-FFF2-40B4-BE49-F238E27FC236}">
                <a16:creationId xmlns:a16="http://schemas.microsoft.com/office/drawing/2014/main" id="{7EA9CCD6-920C-E84D-72A8-1BBBCCB416C2}"/>
              </a:ext>
            </a:extLst>
          </p:cNvPr>
          <p:cNvSpPr txBox="1">
            <a:spLocks/>
          </p:cNvSpPr>
          <p:nvPr/>
        </p:nvSpPr>
        <p:spPr>
          <a:xfrm>
            <a:off x="131975" y="16006"/>
            <a:ext cx="2326553" cy="278735"/>
          </a:xfrm>
          <a:prstGeom prst="rect">
            <a:avLst/>
          </a:prstGeom>
        </p:spPr>
        <p:txBody>
          <a:bodyPr vert="horz" lIns="0" tIns="45720" rIns="91440" bIns="45720" numCol="1" spcCol="0" rtlCol="0">
            <a:noAutofit/>
          </a:bodyPr>
          <a:lstStyle>
            <a:lvl1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800" kern="1200">
                <a:solidFill>
                  <a:schemeClr val="accent3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1pPr>
            <a:lvl2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8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2pPr>
            <a:lvl3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6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3pPr>
            <a:lvl4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4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4pPr>
            <a:lvl5pPr marL="0" indent="0" algn="l" defTabSz="914400" rtl="0" eaLnBrk="1" latinLnBrk="0" hangingPunct="1">
              <a:lnSpc>
                <a:spcPct val="120000"/>
              </a:lnSpc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None/>
              <a:defRPr sz="1200" kern="1200">
                <a:solidFill>
                  <a:schemeClr val="accent1"/>
                </a:solidFill>
                <a:latin typeface="Arial" panose="020B0604020202020204" pitchFamily="34" charset="0"/>
                <a:ea typeface="+mn-ea"/>
                <a:cs typeface="Arial" panose="020B0604020202020204" pitchFamily="34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u="sng">
                <a:solidFill>
                  <a:schemeClr val="tx1"/>
                </a:solidFill>
              </a:rPr>
              <a:t>JMUX Replacement: Private Field Area Network   </a:t>
            </a: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980838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081532C56BF694BBE06D977BB2FEE3A" ma:contentTypeVersion="4" ma:contentTypeDescription="Create a new document." ma:contentTypeScope="" ma:versionID="c0c5d99beca51eeef3e41ac89a733b71">
  <xsd:schema xmlns:xsd="http://www.w3.org/2001/XMLSchema" xmlns:xs="http://www.w3.org/2001/XMLSchema" xmlns:p="http://schemas.microsoft.com/office/2006/metadata/properties" xmlns:ns3="135ef2dc-24a0-47df-8b8a-1312283ed4bf" targetNamespace="http://schemas.microsoft.com/office/2006/metadata/properties" ma:root="true" ma:fieldsID="29e57b184215963e8167a7683ccc328b" ns3:_="">
    <xsd:import namespace="135ef2dc-24a0-47df-8b8a-1312283ed4bf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35ef2dc-24a0-47df-8b8a-1312283ed4bf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B86EB495-10DB-45A6-8E6D-929653572431}">
  <ds:schemaRefs>
    <ds:schemaRef ds:uri="http://schemas.microsoft.com/office/2006/documentManagement/types"/>
    <ds:schemaRef ds:uri="http://purl.org/dc/terms/"/>
    <ds:schemaRef ds:uri="135ef2dc-24a0-47df-8b8a-1312283ed4bf"/>
    <ds:schemaRef ds:uri="http://purl.org/dc/dcmitype/"/>
    <ds:schemaRef ds:uri="http://schemas.microsoft.com/office/infopath/2007/PartnerControls"/>
    <ds:schemaRef ds:uri="http://www.w3.org/XML/1998/namespace"/>
    <ds:schemaRef ds:uri="http://schemas.openxmlformats.org/package/2006/metadata/core-properties"/>
    <ds:schemaRef ds:uri="http://schemas.microsoft.com/office/2006/metadata/properties"/>
    <ds:schemaRef ds:uri="http://purl.org/dc/elements/1.1/"/>
  </ds:schemaRefs>
</ds:datastoreItem>
</file>

<file path=customXml/itemProps2.xml><?xml version="1.0" encoding="utf-8"?>
<ds:datastoreItem xmlns:ds="http://schemas.openxmlformats.org/officeDocument/2006/customXml" ds:itemID="{F1D0F57A-06E6-4442-B032-86B4EDB177B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135ef2dc-24a0-47df-8b8a-1312283ed4b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3.xml><?xml version="1.0" encoding="utf-8"?>
<ds:datastoreItem xmlns:ds="http://schemas.openxmlformats.org/officeDocument/2006/customXml" ds:itemID="{712CF8B8-4325-4F4D-A7DB-9D2B054C8A6D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cf90b97b-be46-4a00-9700-81ce4ff1b7f6}" enabled="0" method="" siteId="{cf90b97b-be46-4a00-9700-81ce4ff1b7f6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147153</TotalTime>
  <Words>1568</Words>
  <Application>Microsoft Office PowerPoint</Application>
  <PresentationFormat>Widescreen</PresentationFormat>
  <Paragraphs>494</Paragraphs>
  <Slides>10</Slides>
  <Notes>3</Notes>
  <HiddenSlides>0</HiddenSlides>
  <MMClips>0</MMClips>
  <ScaleCrop>false</ScaleCrop>
  <HeadingPairs>
    <vt:vector size="8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20" baseType="lpstr">
      <vt:lpstr>Aptos</vt:lpstr>
      <vt:lpstr>Arial</vt:lpstr>
      <vt:lpstr>Calibri</vt:lpstr>
      <vt:lpstr>Calibri Light</vt:lpstr>
      <vt:lpstr>DM Serif Display</vt:lpstr>
      <vt:lpstr>Outfit Light</vt:lpstr>
      <vt:lpstr>Outfit SemiBold</vt:lpstr>
      <vt:lpstr>Times New Roman</vt:lpstr>
      <vt:lpstr>Office Theme</vt:lpstr>
      <vt:lpstr>Binary Worksheet</vt:lpstr>
      <vt:lpstr>PRJ13797: JMUX Replacement Update Project Manager : Dhananjaya Gunaratne   </vt:lpstr>
      <vt:lpstr>  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 Title Outfit SemiBold Bold 46 Dark Steel Gray</dc:title>
  <dc:creator>Cleeve, Karen</dc:creator>
  <cp:lastModifiedBy>GUNARATNE, DHANANJAYA</cp:lastModifiedBy>
  <cp:revision>929</cp:revision>
  <dcterms:modified xsi:type="dcterms:W3CDTF">2026-04-23T15:49:29Z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0x0101006081532C56BF694BBE06D977BB2FEE3A</vt:lpwstr>
  </property>
</Properties>
</file>