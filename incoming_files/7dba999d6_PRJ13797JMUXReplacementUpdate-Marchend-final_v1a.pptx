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7" r:id="rId7"/>
    <p:sldId id="2147477446" r:id="rId8"/>
    <p:sldId id="2147477448" r:id="rId9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48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4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substations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the equipment as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b="1" dirty="0"/>
          </a:p>
          <a:p>
            <a:endParaRPr lang="en-US" sz="1100" b="1" dirty="0">
              <a:solidFill>
                <a:schemeClr val="accent2"/>
              </a:solidFill>
            </a:endParaRPr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2" fontAlgn="ctr"/>
            <a:endParaRPr lang="en-US" sz="1200" b="1" dirty="0"/>
          </a:p>
          <a:p>
            <a:pPr lvl="2" fontAlgn="ctr"/>
            <a:endParaRPr lang="en-US" sz="1200" b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/>
              <a:t>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FB6B4-9E77-69DA-7454-DC41ED9AD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81"/>
            <a:ext cx="12192000" cy="65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E56CED-72C0-15E5-66AD-C090E3268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75342" cy="702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44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283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41222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51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0.80 (Yellow).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</a:t>
            </a:r>
            <a:r>
              <a:rPr lang="en-US" sz="1200" dirty="0" err="1"/>
              <a:t>iLO</a:t>
            </a:r>
            <a:r>
              <a:rPr lang="en-US" sz="1200" dirty="0"/>
              <a:t> port configuration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BGP Configuration at Hicksville and Melville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Remote access routers and complete configuration as per SSP doc. </a:t>
            </a:r>
            <a:r>
              <a:rPr lang="en-US" sz="1200" b="0" i="0" dirty="0"/>
              <a:t>
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6875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eqpt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(complete ✅)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99BD1-7B90-9B44-C818-CE8A61ADE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8" y="633603"/>
            <a:ext cx="7479664" cy="130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r>
              <a:rPr lang="en-US" dirty="0"/>
              <a:t>BGP Configurations and integration with corporate network in Melville &amp; Hicksville – 3/24</a:t>
            </a:r>
          </a:p>
          <a:p>
            <a:r>
              <a:rPr lang="en-US" dirty="0"/>
              <a:t> </a:t>
            </a:r>
            <a:r>
              <a:rPr lang="en-US" i="1" dirty="0" err="1"/>
              <a:t>iLO</a:t>
            </a:r>
            <a:r>
              <a:rPr lang="en-US" i="1" dirty="0"/>
              <a:t> corporate connectivity </a:t>
            </a:r>
            <a:r>
              <a:rPr lang="en-US" dirty="0"/>
              <a:t>interfaces turned up at Melville and Hicksville – 3/31</a:t>
            </a:r>
          </a:p>
          <a:p>
            <a:r>
              <a:rPr lang="en-US" dirty="0"/>
              <a:t>Remote access into Nokia routers to manage routers, able to remotely access routers – 4/1</a:t>
            </a:r>
          </a:p>
          <a:p>
            <a:r>
              <a:rPr lang="en-US" dirty="0"/>
              <a:t>Connection to NSP remotely to access Nokia routers – 4/10</a:t>
            </a:r>
          </a:p>
          <a:p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143041</TotalTime>
  <Words>1357</Words>
  <Application>Microsoft Office PowerPoint</Application>
  <PresentationFormat>Widescreen</PresentationFormat>
  <Paragraphs>490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922</cp:revision>
  <dcterms:modified xsi:type="dcterms:W3CDTF">2026-04-19T22:22:29Z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