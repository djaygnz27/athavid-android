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embeddings/Microsoft_Excel_Binary_Worksheet.xlsb" ContentType="application/vnd.ms-excel.sheet.binary.macroEnabled.12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33" r:id="rId4"/>
  </p:sldMasterIdLst>
  <p:notesMasterIdLst>
    <p:notesMasterId r:id="rId16"/>
  </p:notesMasterIdLst>
  <p:sldIdLst>
    <p:sldId id="454" r:id="rId5"/>
    <p:sldId id="465" r:id="rId6"/>
    <p:sldId id="2147477447" r:id="rId7"/>
    <p:sldId id="2147477433" r:id="rId10"/>
    <p:sldId id="2147477434" r:id="rId11"/>
    <p:sldId id="2147477435" r:id="rId12"/>
    <p:sldId id="260" r:id="rId13"/>
    <p:sldId id="2147477441" r:id="rId14"/>
    <p:sldId id="214747743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s" id="{5F1BB82B-E214-404B-B4A1-D1B60B4AAF9F}">
          <p14:sldIdLst>
            <p14:sldId id="454"/>
          </p14:sldIdLst>
        </p14:section>
        <p14:section name="Divider Section" id="{E082A701-3AD9-4733-BB9A-2631BFCCDFFB}">
          <p14:sldIdLst/>
        </p14:section>
        <p14:section name="Content Section" id="{46443504-A548-4F26-B7C8-B462ABD4EFF0}">
          <p14:sldIdLst>
            <p14:sldId id="465"/>
            <p14:sldId id="2147477447"/>
            <p14:sldId id="2147477446"/>
            <p14:sldId id="2147477448"/>
            <p14:sldId id="2147477433"/>
            <p14:sldId id="2147477434"/>
            <p14:sldId id="2147477435"/>
            <p14:sldId id="260"/>
            <p14:sldId id="2147477441"/>
            <p14:sldId id="2147477438"/>
          </p14:sldIdLst>
        </p14:section>
        <p14:section name="Closing Section" id="{9F918853-CC87-4290-A67C-08F0CA273397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CB8484E-85E5-B6BC-69A0-322218EBF286}" name="Treber, Kaitlin" initials="TK" userId="S::31439@icf.com::9dfe7150-1d09-491d-af00-d225e3736704" providerId="AD"/>
  <p188:author id="{62CAADDC-D9D2-520D-42C7-343811CAF82E}" name="Silverman, Matt" initials="SM" userId="S::40292@icf.com::0daebbd3-6099-4db6-b0ec-f7787efe94c9" providerId="AD"/>
  <p188:author id="{CD2442DD-B799-B0EB-47B7-2497D9B753F7}" name="Specht, George" initials="SG" userId="S::34756@icf.com::339283ee-a0bb-48e3-b124-8f63f8ac955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an, Carlotta" initials="CC" lastIdx="4" clrIdx="0">
    <p:extLst>
      <p:ext uri="{19B8F6BF-5375-455C-9EA6-DF929625EA0E}">
        <p15:presenceInfo xmlns:p15="http://schemas.microsoft.com/office/powerpoint/2012/main" userId="S-1-5-21-1876172974-742851678-1849977318-15034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33"/>
    <a:srgbClr val="E5EDF8"/>
    <a:srgbClr val="142C41"/>
    <a:srgbClr val="E1FF01"/>
    <a:srgbClr val="FCFC92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2" autoAdjust="0"/>
    <p:restoredTop sz="93690" autoAdjust="0"/>
  </p:normalViewPr>
  <p:slideViewPr>
    <p:cSldViewPr snapToGrid="0">
      <p:cViewPr varScale="1">
        <p:scale>
          <a:sx n="64" d="100"/>
          <a:sy n="64" d="100"/>
        </p:scale>
        <p:origin x="40" y="1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notesMaster" Target="notesMasters/notesMaster1.xml"/><Relationship Id="rId17" Type="http://schemas.openxmlformats.org/officeDocument/2006/relationships/commentAuthors" Target="commentAuthors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5693C9-38CA-445B-AEEA-616BD994FADC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0523DC-AC0C-4CF5-B9CB-C3612BF693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643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1094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452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92DC0-E0FC-2F31-3420-754F6BAB4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1C4AF5-040F-FEAD-5363-2031C743DE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876142-0A00-9559-EAC3-CDC92D5406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918814-3B54-AEC3-5931-C731942BE9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8591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54730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574431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40015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68018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15832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87927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238775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2259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60322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41254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7318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07474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9791AC60-58C6-9164-8F72-D155C522B7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763079"/>
            <a:ext cx="5969000" cy="1699591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BAAC64E3-0361-F4FA-B3AD-E06D755F1963}"/>
              </a:ext>
            </a:extLst>
          </p:cNvPr>
          <p:cNvSpPr txBox="1">
            <a:spLocks/>
          </p:cNvSpPr>
          <p:nvPr userDrawn="1"/>
        </p:nvSpPr>
        <p:spPr>
          <a:xfrm>
            <a:off x="11579225" y="6373813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438D377-8C25-500F-B46A-738EE9EC0613}"/>
              </a:ext>
            </a:extLst>
          </p:cNvPr>
          <p:cNvSpPr/>
          <p:nvPr userDrawn="1"/>
        </p:nvSpPr>
        <p:spPr>
          <a:xfrm>
            <a:off x="11411458" y="508"/>
            <a:ext cx="12700" cy="6858000"/>
          </a:xfrm>
          <a:custGeom>
            <a:avLst/>
            <a:gdLst>
              <a:gd name="connsiteX0" fmla="*/ 0 w 12700"/>
              <a:gd name="connsiteY0" fmla="*/ 0 h 6858000"/>
              <a:gd name="connsiteX1" fmla="*/ 0 w 12700"/>
              <a:gd name="connsiteY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3174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85B803C-754B-909B-4478-4FBB175B37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1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96E424-0B0B-4906-94B5-B37E7E0C7E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3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2656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 - Steel Arrow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FA23F0C-1911-661A-FC9B-A27C1F305449}"/>
              </a:ext>
            </a:extLst>
          </p:cNvPr>
          <p:cNvSpPr/>
          <p:nvPr userDrawn="1"/>
        </p:nvSpPr>
        <p:spPr>
          <a:xfrm>
            <a:off x="11267090" y="0"/>
            <a:ext cx="92491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B575AC-86C2-D337-14DF-FCF46DCC0708}"/>
              </a:ext>
            </a:extLst>
          </p:cNvPr>
          <p:cNvSpPr/>
          <p:nvPr userDrawn="1"/>
        </p:nvSpPr>
        <p:spPr>
          <a:xfrm>
            <a:off x="10591800" y="0"/>
            <a:ext cx="1600200" cy="68525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E88A30F-9265-BCE3-A615-A4C5CBA83D7F}"/>
              </a:ext>
            </a:extLst>
          </p:cNvPr>
          <p:cNvGrpSpPr/>
          <p:nvPr userDrawn="1"/>
        </p:nvGrpSpPr>
        <p:grpSpPr>
          <a:xfrm>
            <a:off x="10701084" y="97530"/>
            <a:ext cx="1493520" cy="6760470"/>
            <a:chOff x="10701084" y="97530"/>
            <a:chExt cx="1493520" cy="676047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888CD4B-7FA4-A02E-F15D-75A3248EC872}"/>
                </a:ext>
              </a:extLst>
            </p:cNvPr>
            <p:cNvGrpSpPr/>
            <p:nvPr/>
          </p:nvGrpSpPr>
          <p:grpSpPr>
            <a:xfrm>
              <a:off x="10787679" y="97530"/>
              <a:ext cx="1264298" cy="1005053"/>
              <a:chOff x="8867133" y="-492224"/>
              <a:chExt cx="1264298" cy="1005053"/>
            </a:xfrm>
          </p:grpSpPr>
          <p:sp>
            <p:nvSpPr>
              <p:cNvPr id="163" name="Freeform: Shape 131">
                <a:extLst>
                  <a:ext uri="{FF2B5EF4-FFF2-40B4-BE49-F238E27FC236}">
                    <a16:creationId xmlns:a16="http://schemas.microsoft.com/office/drawing/2014/main" id="{56B6B97A-4291-8C8E-2133-DCE9BFB369C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4" name="Freeform: Shape 132">
                <a:extLst>
                  <a:ext uri="{FF2B5EF4-FFF2-40B4-BE49-F238E27FC236}">
                    <a16:creationId xmlns:a16="http://schemas.microsoft.com/office/drawing/2014/main" id="{9BD29A5B-A2C9-79C3-62EA-DF67CEACA78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5" name="Freeform: Shape 133">
                <a:extLst>
                  <a:ext uri="{FF2B5EF4-FFF2-40B4-BE49-F238E27FC236}">
                    <a16:creationId xmlns:a16="http://schemas.microsoft.com/office/drawing/2014/main" id="{5F8094F7-DE68-381A-4345-11DA72CDEB52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6" name="Freeform: Shape 134">
                <a:extLst>
                  <a:ext uri="{FF2B5EF4-FFF2-40B4-BE49-F238E27FC236}">
                    <a16:creationId xmlns:a16="http://schemas.microsoft.com/office/drawing/2014/main" id="{8A2958D4-6C2A-5AF5-B498-0F6CA9122759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7" name="Freeform: Shape 135">
                <a:extLst>
                  <a:ext uri="{FF2B5EF4-FFF2-40B4-BE49-F238E27FC236}">
                    <a16:creationId xmlns:a16="http://schemas.microsoft.com/office/drawing/2014/main" id="{67CE069C-5EF1-96EF-C09E-6C40CC733291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8" name="Freeform: Shape 136">
                <a:extLst>
                  <a:ext uri="{FF2B5EF4-FFF2-40B4-BE49-F238E27FC236}">
                    <a16:creationId xmlns:a16="http://schemas.microsoft.com/office/drawing/2014/main" id="{EDB14819-E4FD-5089-9679-A257326AA753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9" name="Freeform: Shape 137">
                <a:extLst>
                  <a:ext uri="{FF2B5EF4-FFF2-40B4-BE49-F238E27FC236}">
                    <a16:creationId xmlns:a16="http://schemas.microsoft.com/office/drawing/2014/main" id="{0B35647A-9CB2-65AD-2CF8-974B14DB973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0" name="Freeform: Shape 138">
                <a:extLst>
                  <a:ext uri="{FF2B5EF4-FFF2-40B4-BE49-F238E27FC236}">
                    <a16:creationId xmlns:a16="http://schemas.microsoft.com/office/drawing/2014/main" id="{ED9397FD-B0E3-782D-95F1-A136B0339170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1" name="Freeform: Shape 139">
                <a:extLst>
                  <a:ext uri="{FF2B5EF4-FFF2-40B4-BE49-F238E27FC236}">
                    <a16:creationId xmlns:a16="http://schemas.microsoft.com/office/drawing/2014/main" id="{F1CB5C14-5128-09B1-9870-42A50C1D42C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2" name="Freeform: Shape 140">
                <a:extLst>
                  <a:ext uri="{FF2B5EF4-FFF2-40B4-BE49-F238E27FC236}">
                    <a16:creationId xmlns:a16="http://schemas.microsoft.com/office/drawing/2014/main" id="{DB3DB1EF-FA16-5A3F-3B45-071DA4A7BE47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3" name="Freeform: Shape 141">
                <a:extLst>
                  <a:ext uri="{FF2B5EF4-FFF2-40B4-BE49-F238E27FC236}">
                    <a16:creationId xmlns:a16="http://schemas.microsoft.com/office/drawing/2014/main" id="{CC54C7CE-404C-E167-664F-BF70A5EA14C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4" name="Freeform: Shape 142">
                <a:extLst>
                  <a:ext uri="{FF2B5EF4-FFF2-40B4-BE49-F238E27FC236}">
                    <a16:creationId xmlns:a16="http://schemas.microsoft.com/office/drawing/2014/main" id="{3D72C6C5-C5A4-3896-9C85-678C226D2465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5" name="Freeform: Shape 143">
                <a:extLst>
                  <a:ext uri="{FF2B5EF4-FFF2-40B4-BE49-F238E27FC236}">
                    <a16:creationId xmlns:a16="http://schemas.microsoft.com/office/drawing/2014/main" id="{F7D6502B-F2CC-DC0F-6F08-CD7ED298CB47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6" name="Freeform: Shape 144">
                <a:extLst>
                  <a:ext uri="{FF2B5EF4-FFF2-40B4-BE49-F238E27FC236}">
                    <a16:creationId xmlns:a16="http://schemas.microsoft.com/office/drawing/2014/main" id="{9C07EC7B-908F-8CB9-A129-82817A7F699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7" name="Freeform: Shape 145">
                <a:extLst>
                  <a:ext uri="{FF2B5EF4-FFF2-40B4-BE49-F238E27FC236}">
                    <a16:creationId xmlns:a16="http://schemas.microsoft.com/office/drawing/2014/main" id="{949E6842-769D-A768-363B-5B48E9D824B7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8" name="Freeform: Shape 146">
                <a:extLst>
                  <a:ext uri="{FF2B5EF4-FFF2-40B4-BE49-F238E27FC236}">
                    <a16:creationId xmlns:a16="http://schemas.microsoft.com/office/drawing/2014/main" id="{FC50AC8C-FDCD-8C96-EE92-FADAE78E66E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9" name="Freeform: Shape 147">
                <a:extLst>
                  <a:ext uri="{FF2B5EF4-FFF2-40B4-BE49-F238E27FC236}">
                    <a16:creationId xmlns:a16="http://schemas.microsoft.com/office/drawing/2014/main" id="{3F6A2A4F-46BE-A5E3-F6EA-5170A15152B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0" name="Freeform: Shape 148">
                <a:extLst>
                  <a:ext uri="{FF2B5EF4-FFF2-40B4-BE49-F238E27FC236}">
                    <a16:creationId xmlns:a16="http://schemas.microsoft.com/office/drawing/2014/main" id="{EBEC3D6D-F6F5-7181-3879-BCA7F76FDB49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1" name="Freeform: Shape 149">
                <a:extLst>
                  <a:ext uri="{FF2B5EF4-FFF2-40B4-BE49-F238E27FC236}">
                    <a16:creationId xmlns:a16="http://schemas.microsoft.com/office/drawing/2014/main" id="{C13EA495-B33A-EEC9-F969-AC17EE4FC0CD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2" name="Freeform: Shape 150">
                <a:extLst>
                  <a:ext uri="{FF2B5EF4-FFF2-40B4-BE49-F238E27FC236}">
                    <a16:creationId xmlns:a16="http://schemas.microsoft.com/office/drawing/2014/main" id="{66E3145D-F4C8-9EF6-62E2-052167233FFF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3" name="Freeform: Shape 151">
                <a:extLst>
                  <a:ext uri="{FF2B5EF4-FFF2-40B4-BE49-F238E27FC236}">
                    <a16:creationId xmlns:a16="http://schemas.microsoft.com/office/drawing/2014/main" id="{0BA1163B-D982-6E2C-0F43-6F30E3E3824C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4" name="Freeform: Shape 152">
                <a:extLst>
                  <a:ext uri="{FF2B5EF4-FFF2-40B4-BE49-F238E27FC236}">
                    <a16:creationId xmlns:a16="http://schemas.microsoft.com/office/drawing/2014/main" id="{7FF982EA-4082-B680-53E8-42DB03DC0E23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5" name="Freeform: Shape 153">
                <a:extLst>
                  <a:ext uri="{FF2B5EF4-FFF2-40B4-BE49-F238E27FC236}">
                    <a16:creationId xmlns:a16="http://schemas.microsoft.com/office/drawing/2014/main" id="{3DC9F143-8148-43AE-6F69-ACD4FD11B727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6" name="Freeform: Shape 154">
                <a:extLst>
                  <a:ext uri="{FF2B5EF4-FFF2-40B4-BE49-F238E27FC236}">
                    <a16:creationId xmlns:a16="http://schemas.microsoft.com/office/drawing/2014/main" id="{964E931C-EE88-D315-4907-863EA95A25ED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7" name="Freeform: Shape 155">
                <a:extLst>
                  <a:ext uri="{FF2B5EF4-FFF2-40B4-BE49-F238E27FC236}">
                    <a16:creationId xmlns:a16="http://schemas.microsoft.com/office/drawing/2014/main" id="{5A08AB21-80C4-D56B-B127-CF280BF371DD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8" name="Freeform: Shape 156">
                <a:extLst>
                  <a:ext uri="{FF2B5EF4-FFF2-40B4-BE49-F238E27FC236}">
                    <a16:creationId xmlns:a16="http://schemas.microsoft.com/office/drawing/2014/main" id="{DF0184FC-6011-94BE-57F3-8B614267718F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9" name="Freeform: Shape 157">
                <a:extLst>
                  <a:ext uri="{FF2B5EF4-FFF2-40B4-BE49-F238E27FC236}">
                    <a16:creationId xmlns:a16="http://schemas.microsoft.com/office/drawing/2014/main" id="{A929F709-F2DF-E0CB-1806-9F3FFC48298A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0" name="Freeform: Shape 158">
                <a:extLst>
                  <a:ext uri="{FF2B5EF4-FFF2-40B4-BE49-F238E27FC236}">
                    <a16:creationId xmlns:a16="http://schemas.microsoft.com/office/drawing/2014/main" id="{E0596825-A9E1-2E01-0F2B-E05D485DC54D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1" name="Freeform: Shape 159">
                <a:extLst>
                  <a:ext uri="{FF2B5EF4-FFF2-40B4-BE49-F238E27FC236}">
                    <a16:creationId xmlns:a16="http://schemas.microsoft.com/office/drawing/2014/main" id="{7034EA74-C26A-1C55-865A-849AC1CCEF49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2" name="Freeform: Shape 160">
                <a:extLst>
                  <a:ext uri="{FF2B5EF4-FFF2-40B4-BE49-F238E27FC236}">
                    <a16:creationId xmlns:a16="http://schemas.microsoft.com/office/drawing/2014/main" id="{50B59498-F10C-EE70-EE6E-786EE4F9A83D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F6DAF68-D073-21C0-20B7-AFB7F0F6C27A}"/>
                </a:ext>
              </a:extLst>
            </p:cNvPr>
            <p:cNvGrpSpPr/>
            <p:nvPr/>
          </p:nvGrpSpPr>
          <p:grpSpPr>
            <a:xfrm>
              <a:off x="10787679" y="1260775"/>
              <a:ext cx="1264298" cy="1005053"/>
              <a:chOff x="8867133" y="-492224"/>
              <a:chExt cx="1264298" cy="1005053"/>
            </a:xfrm>
          </p:grpSpPr>
          <p:sp>
            <p:nvSpPr>
              <p:cNvPr id="133" name="Freeform: Shape 131">
                <a:extLst>
                  <a:ext uri="{FF2B5EF4-FFF2-40B4-BE49-F238E27FC236}">
                    <a16:creationId xmlns:a16="http://schemas.microsoft.com/office/drawing/2014/main" id="{520CB969-C85C-AAD1-71B8-0653FD5E0A56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4" name="Freeform: Shape 132">
                <a:extLst>
                  <a:ext uri="{FF2B5EF4-FFF2-40B4-BE49-F238E27FC236}">
                    <a16:creationId xmlns:a16="http://schemas.microsoft.com/office/drawing/2014/main" id="{332CDA43-1BC7-D15E-6372-E35F24C12F24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5" name="Freeform: Shape 133">
                <a:extLst>
                  <a:ext uri="{FF2B5EF4-FFF2-40B4-BE49-F238E27FC236}">
                    <a16:creationId xmlns:a16="http://schemas.microsoft.com/office/drawing/2014/main" id="{A8322AA3-A0E2-8FA9-4907-62AA83F5925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6" name="Freeform: Shape 134">
                <a:extLst>
                  <a:ext uri="{FF2B5EF4-FFF2-40B4-BE49-F238E27FC236}">
                    <a16:creationId xmlns:a16="http://schemas.microsoft.com/office/drawing/2014/main" id="{CD2E92E2-A6A5-421E-07EC-67510C893E8E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7" name="Freeform: Shape 135">
                <a:extLst>
                  <a:ext uri="{FF2B5EF4-FFF2-40B4-BE49-F238E27FC236}">
                    <a16:creationId xmlns:a16="http://schemas.microsoft.com/office/drawing/2014/main" id="{7C5136ED-9271-FEB3-E689-E74DB07EE59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8" name="Freeform: Shape 136">
                <a:extLst>
                  <a:ext uri="{FF2B5EF4-FFF2-40B4-BE49-F238E27FC236}">
                    <a16:creationId xmlns:a16="http://schemas.microsoft.com/office/drawing/2014/main" id="{6946669F-5EB3-B6C3-FDF9-0682F9E8512B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9" name="Freeform: Shape 137">
                <a:extLst>
                  <a:ext uri="{FF2B5EF4-FFF2-40B4-BE49-F238E27FC236}">
                    <a16:creationId xmlns:a16="http://schemas.microsoft.com/office/drawing/2014/main" id="{CAEB37A5-447D-5E34-AD4E-F562D57F8F0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0" name="Freeform: Shape 138">
                <a:extLst>
                  <a:ext uri="{FF2B5EF4-FFF2-40B4-BE49-F238E27FC236}">
                    <a16:creationId xmlns:a16="http://schemas.microsoft.com/office/drawing/2014/main" id="{CBEEA2A6-29CB-213B-2958-258B8E97770B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1" name="Freeform: Shape 139">
                <a:extLst>
                  <a:ext uri="{FF2B5EF4-FFF2-40B4-BE49-F238E27FC236}">
                    <a16:creationId xmlns:a16="http://schemas.microsoft.com/office/drawing/2014/main" id="{DCD09A83-EA0C-C69A-939F-14808EDD763B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2" name="Freeform: Shape 140">
                <a:extLst>
                  <a:ext uri="{FF2B5EF4-FFF2-40B4-BE49-F238E27FC236}">
                    <a16:creationId xmlns:a16="http://schemas.microsoft.com/office/drawing/2014/main" id="{E186D42B-2A6D-65B1-7BDE-A61252FB616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3" name="Freeform: Shape 141">
                <a:extLst>
                  <a:ext uri="{FF2B5EF4-FFF2-40B4-BE49-F238E27FC236}">
                    <a16:creationId xmlns:a16="http://schemas.microsoft.com/office/drawing/2014/main" id="{D07BEF57-FCC0-DD8D-862B-C01D2B9CDC26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4" name="Freeform: Shape 142">
                <a:extLst>
                  <a:ext uri="{FF2B5EF4-FFF2-40B4-BE49-F238E27FC236}">
                    <a16:creationId xmlns:a16="http://schemas.microsoft.com/office/drawing/2014/main" id="{1500FAB2-AA7D-C39D-63C4-C9BA6F24543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5" name="Freeform: Shape 143">
                <a:extLst>
                  <a:ext uri="{FF2B5EF4-FFF2-40B4-BE49-F238E27FC236}">
                    <a16:creationId xmlns:a16="http://schemas.microsoft.com/office/drawing/2014/main" id="{FEEF5E23-9D10-1818-941F-F885CED31286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6" name="Freeform: Shape 144">
                <a:extLst>
                  <a:ext uri="{FF2B5EF4-FFF2-40B4-BE49-F238E27FC236}">
                    <a16:creationId xmlns:a16="http://schemas.microsoft.com/office/drawing/2014/main" id="{3CF334B8-EF72-1F48-987D-E73318B91E93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7" name="Freeform: Shape 145">
                <a:extLst>
                  <a:ext uri="{FF2B5EF4-FFF2-40B4-BE49-F238E27FC236}">
                    <a16:creationId xmlns:a16="http://schemas.microsoft.com/office/drawing/2014/main" id="{27E4791C-B151-C8B9-64FC-D9D6C772A29E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8" name="Freeform: Shape 146">
                <a:extLst>
                  <a:ext uri="{FF2B5EF4-FFF2-40B4-BE49-F238E27FC236}">
                    <a16:creationId xmlns:a16="http://schemas.microsoft.com/office/drawing/2014/main" id="{70555BFE-5550-992E-5191-4DA466F2E00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9" name="Freeform: Shape 147">
                <a:extLst>
                  <a:ext uri="{FF2B5EF4-FFF2-40B4-BE49-F238E27FC236}">
                    <a16:creationId xmlns:a16="http://schemas.microsoft.com/office/drawing/2014/main" id="{AEF54566-4562-FC20-0DB1-809E3791A91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0" name="Freeform: Shape 148">
                <a:extLst>
                  <a:ext uri="{FF2B5EF4-FFF2-40B4-BE49-F238E27FC236}">
                    <a16:creationId xmlns:a16="http://schemas.microsoft.com/office/drawing/2014/main" id="{A0AC34BE-C0C6-49D1-2EB6-8AD514D26792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1" name="Freeform: Shape 149">
                <a:extLst>
                  <a:ext uri="{FF2B5EF4-FFF2-40B4-BE49-F238E27FC236}">
                    <a16:creationId xmlns:a16="http://schemas.microsoft.com/office/drawing/2014/main" id="{9FD45D6F-FF68-4162-E44F-796F199F5F8E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2" name="Freeform: Shape 150">
                <a:extLst>
                  <a:ext uri="{FF2B5EF4-FFF2-40B4-BE49-F238E27FC236}">
                    <a16:creationId xmlns:a16="http://schemas.microsoft.com/office/drawing/2014/main" id="{DE31656C-78D4-B214-39D1-94D2B2AADCC4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3" name="Freeform: Shape 151">
                <a:extLst>
                  <a:ext uri="{FF2B5EF4-FFF2-40B4-BE49-F238E27FC236}">
                    <a16:creationId xmlns:a16="http://schemas.microsoft.com/office/drawing/2014/main" id="{B968E7FA-4B62-9B0E-1CAD-EAD7F545447A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4" name="Freeform: Shape 152">
                <a:extLst>
                  <a:ext uri="{FF2B5EF4-FFF2-40B4-BE49-F238E27FC236}">
                    <a16:creationId xmlns:a16="http://schemas.microsoft.com/office/drawing/2014/main" id="{F687CE48-2731-7EF3-58F4-1EEC38F77E4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5" name="Freeform: Shape 153">
                <a:extLst>
                  <a:ext uri="{FF2B5EF4-FFF2-40B4-BE49-F238E27FC236}">
                    <a16:creationId xmlns:a16="http://schemas.microsoft.com/office/drawing/2014/main" id="{B3B9572D-83B3-A012-EAA8-C6AA68AF233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6" name="Freeform: Shape 154">
                <a:extLst>
                  <a:ext uri="{FF2B5EF4-FFF2-40B4-BE49-F238E27FC236}">
                    <a16:creationId xmlns:a16="http://schemas.microsoft.com/office/drawing/2014/main" id="{6699C170-539E-0164-76B7-090E2703349F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7" name="Freeform: Shape 155">
                <a:extLst>
                  <a:ext uri="{FF2B5EF4-FFF2-40B4-BE49-F238E27FC236}">
                    <a16:creationId xmlns:a16="http://schemas.microsoft.com/office/drawing/2014/main" id="{FF93B785-F15C-DB38-D0B7-A43F181CF782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8" name="Freeform: Shape 156">
                <a:extLst>
                  <a:ext uri="{FF2B5EF4-FFF2-40B4-BE49-F238E27FC236}">
                    <a16:creationId xmlns:a16="http://schemas.microsoft.com/office/drawing/2014/main" id="{A890194D-09B1-5713-0046-E676BD8DD627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9" name="Freeform: Shape 157">
                <a:extLst>
                  <a:ext uri="{FF2B5EF4-FFF2-40B4-BE49-F238E27FC236}">
                    <a16:creationId xmlns:a16="http://schemas.microsoft.com/office/drawing/2014/main" id="{52C3C080-52DB-8623-94C1-99B1C5433814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0" name="Freeform: Shape 158">
                <a:extLst>
                  <a:ext uri="{FF2B5EF4-FFF2-40B4-BE49-F238E27FC236}">
                    <a16:creationId xmlns:a16="http://schemas.microsoft.com/office/drawing/2014/main" id="{0764D90B-B992-2851-7FB3-A40B779C9AF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1" name="Freeform: Shape 159">
                <a:extLst>
                  <a:ext uri="{FF2B5EF4-FFF2-40B4-BE49-F238E27FC236}">
                    <a16:creationId xmlns:a16="http://schemas.microsoft.com/office/drawing/2014/main" id="{4DD70F15-0946-8C90-D7A7-C2EA1125AAE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2" name="Freeform: Shape 160">
                <a:extLst>
                  <a:ext uri="{FF2B5EF4-FFF2-40B4-BE49-F238E27FC236}">
                    <a16:creationId xmlns:a16="http://schemas.microsoft.com/office/drawing/2014/main" id="{B82C1C03-D64D-AC6A-748C-9B2124EE6218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F7255A2-752F-85BD-BADD-256B41ED5BB6}"/>
                </a:ext>
              </a:extLst>
            </p:cNvPr>
            <p:cNvGrpSpPr/>
            <p:nvPr/>
          </p:nvGrpSpPr>
          <p:grpSpPr>
            <a:xfrm>
              <a:off x="10787679" y="2413972"/>
              <a:ext cx="1264298" cy="1005053"/>
              <a:chOff x="8867133" y="-492224"/>
              <a:chExt cx="1264298" cy="1005053"/>
            </a:xfrm>
          </p:grpSpPr>
          <p:sp>
            <p:nvSpPr>
              <p:cNvPr id="103" name="Freeform: Shape 131">
                <a:extLst>
                  <a:ext uri="{FF2B5EF4-FFF2-40B4-BE49-F238E27FC236}">
                    <a16:creationId xmlns:a16="http://schemas.microsoft.com/office/drawing/2014/main" id="{2EA77D5A-7469-D1AB-AF1D-52E8E5B0631A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4" name="Freeform: Shape 132">
                <a:extLst>
                  <a:ext uri="{FF2B5EF4-FFF2-40B4-BE49-F238E27FC236}">
                    <a16:creationId xmlns:a16="http://schemas.microsoft.com/office/drawing/2014/main" id="{67780946-836D-EE96-E09D-8AC4B30016A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5" name="Freeform: Shape 133">
                <a:extLst>
                  <a:ext uri="{FF2B5EF4-FFF2-40B4-BE49-F238E27FC236}">
                    <a16:creationId xmlns:a16="http://schemas.microsoft.com/office/drawing/2014/main" id="{A0E4A56D-06C9-FADE-8C06-59D92FF4A29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6" name="Freeform: Shape 134">
                <a:extLst>
                  <a:ext uri="{FF2B5EF4-FFF2-40B4-BE49-F238E27FC236}">
                    <a16:creationId xmlns:a16="http://schemas.microsoft.com/office/drawing/2014/main" id="{CC26B048-C071-BD27-D439-C7FAECF15DE3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7" name="Freeform: Shape 135">
                <a:extLst>
                  <a:ext uri="{FF2B5EF4-FFF2-40B4-BE49-F238E27FC236}">
                    <a16:creationId xmlns:a16="http://schemas.microsoft.com/office/drawing/2014/main" id="{1370A7F9-121F-EF4C-1CA9-333A4024D972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8" name="Freeform: Shape 136">
                <a:extLst>
                  <a:ext uri="{FF2B5EF4-FFF2-40B4-BE49-F238E27FC236}">
                    <a16:creationId xmlns:a16="http://schemas.microsoft.com/office/drawing/2014/main" id="{D2005AFE-C8E5-9B26-B3C0-0EE3E2EA460F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9" name="Freeform: Shape 137">
                <a:extLst>
                  <a:ext uri="{FF2B5EF4-FFF2-40B4-BE49-F238E27FC236}">
                    <a16:creationId xmlns:a16="http://schemas.microsoft.com/office/drawing/2014/main" id="{75A320E4-B9D5-B37A-2321-D7BD826CE3F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0" name="Freeform: Shape 138">
                <a:extLst>
                  <a:ext uri="{FF2B5EF4-FFF2-40B4-BE49-F238E27FC236}">
                    <a16:creationId xmlns:a16="http://schemas.microsoft.com/office/drawing/2014/main" id="{1B426086-3F8C-A735-F1FD-BDB2E4DDC2E4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1" name="Freeform: Shape 139">
                <a:extLst>
                  <a:ext uri="{FF2B5EF4-FFF2-40B4-BE49-F238E27FC236}">
                    <a16:creationId xmlns:a16="http://schemas.microsoft.com/office/drawing/2014/main" id="{69365EBB-9388-36ED-9AFD-212349C40F24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2" name="Freeform: Shape 140">
                <a:extLst>
                  <a:ext uri="{FF2B5EF4-FFF2-40B4-BE49-F238E27FC236}">
                    <a16:creationId xmlns:a16="http://schemas.microsoft.com/office/drawing/2014/main" id="{A346490D-DD83-4C5E-66D2-F11AAC40502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3" name="Freeform: Shape 141">
                <a:extLst>
                  <a:ext uri="{FF2B5EF4-FFF2-40B4-BE49-F238E27FC236}">
                    <a16:creationId xmlns:a16="http://schemas.microsoft.com/office/drawing/2014/main" id="{20B6EFDA-9E1F-0F19-BDFC-B2EE2C3C474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4" name="Freeform: Shape 142">
                <a:extLst>
                  <a:ext uri="{FF2B5EF4-FFF2-40B4-BE49-F238E27FC236}">
                    <a16:creationId xmlns:a16="http://schemas.microsoft.com/office/drawing/2014/main" id="{1978A77E-9036-2240-53B2-DDDB4C0AB712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5" name="Freeform: Shape 143">
                <a:extLst>
                  <a:ext uri="{FF2B5EF4-FFF2-40B4-BE49-F238E27FC236}">
                    <a16:creationId xmlns:a16="http://schemas.microsoft.com/office/drawing/2014/main" id="{33335B9D-B51B-0DAA-348D-46CCB8945981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6" name="Freeform: Shape 144">
                <a:extLst>
                  <a:ext uri="{FF2B5EF4-FFF2-40B4-BE49-F238E27FC236}">
                    <a16:creationId xmlns:a16="http://schemas.microsoft.com/office/drawing/2014/main" id="{A91E8A9E-DDAE-0C78-7988-B20D051F7B22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7" name="Freeform: Shape 145">
                <a:extLst>
                  <a:ext uri="{FF2B5EF4-FFF2-40B4-BE49-F238E27FC236}">
                    <a16:creationId xmlns:a16="http://schemas.microsoft.com/office/drawing/2014/main" id="{C5008E07-F04C-E323-B702-27F33C81D615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8" name="Freeform: Shape 146">
                <a:extLst>
                  <a:ext uri="{FF2B5EF4-FFF2-40B4-BE49-F238E27FC236}">
                    <a16:creationId xmlns:a16="http://schemas.microsoft.com/office/drawing/2014/main" id="{9EF0C182-1AF9-699F-BA0F-C1A36B46A65A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9" name="Freeform: Shape 147">
                <a:extLst>
                  <a:ext uri="{FF2B5EF4-FFF2-40B4-BE49-F238E27FC236}">
                    <a16:creationId xmlns:a16="http://schemas.microsoft.com/office/drawing/2014/main" id="{2FF54546-0B2C-A919-56C2-82983C5532FB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0" name="Freeform: Shape 148">
                <a:extLst>
                  <a:ext uri="{FF2B5EF4-FFF2-40B4-BE49-F238E27FC236}">
                    <a16:creationId xmlns:a16="http://schemas.microsoft.com/office/drawing/2014/main" id="{752F0D6D-D942-DFA4-F692-04C05077CECE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1" name="Freeform: Shape 149">
                <a:extLst>
                  <a:ext uri="{FF2B5EF4-FFF2-40B4-BE49-F238E27FC236}">
                    <a16:creationId xmlns:a16="http://schemas.microsoft.com/office/drawing/2014/main" id="{EB28515A-50A3-2D24-8056-CF69709A52D9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2" name="Freeform: Shape 150">
                <a:extLst>
                  <a:ext uri="{FF2B5EF4-FFF2-40B4-BE49-F238E27FC236}">
                    <a16:creationId xmlns:a16="http://schemas.microsoft.com/office/drawing/2014/main" id="{175FEC2C-2712-ED8A-06E6-E06D42C38D61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3" name="Freeform: Shape 151">
                <a:extLst>
                  <a:ext uri="{FF2B5EF4-FFF2-40B4-BE49-F238E27FC236}">
                    <a16:creationId xmlns:a16="http://schemas.microsoft.com/office/drawing/2014/main" id="{FE6F5A0C-3C2F-A528-7063-7D65EC725300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4" name="Freeform: Shape 152">
                <a:extLst>
                  <a:ext uri="{FF2B5EF4-FFF2-40B4-BE49-F238E27FC236}">
                    <a16:creationId xmlns:a16="http://schemas.microsoft.com/office/drawing/2014/main" id="{25B2B18A-6144-1847-C5BC-B4B875964D35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5" name="Freeform: Shape 153">
                <a:extLst>
                  <a:ext uri="{FF2B5EF4-FFF2-40B4-BE49-F238E27FC236}">
                    <a16:creationId xmlns:a16="http://schemas.microsoft.com/office/drawing/2014/main" id="{8247284C-1924-6C97-9F4F-DF73F92653BB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6" name="Freeform: Shape 154">
                <a:extLst>
                  <a:ext uri="{FF2B5EF4-FFF2-40B4-BE49-F238E27FC236}">
                    <a16:creationId xmlns:a16="http://schemas.microsoft.com/office/drawing/2014/main" id="{DF01EFC6-A335-DC7E-A072-EEE5DBCCA181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7" name="Freeform: Shape 155">
                <a:extLst>
                  <a:ext uri="{FF2B5EF4-FFF2-40B4-BE49-F238E27FC236}">
                    <a16:creationId xmlns:a16="http://schemas.microsoft.com/office/drawing/2014/main" id="{7D44B5C9-535D-9087-BFD9-2DB39534DD91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8" name="Freeform: Shape 156">
                <a:extLst>
                  <a:ext uri="{FF2B5EF4-FFF2-40B4-BE49-F238E27FC236}">
                    <a16:creationId xmlns:a16="http://schemas.microsoft.com/office/drawing/2014/main" id="{36E1419E-BB62-CEDC-2BC6-533C07B7FAA3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9" name="Freeform: Shape 157">
                <a:extLst>
                  <a:ext uri="{FF2B5EF4-FFF2-40B4-BE49-F238E27FC236}">
                    <a16:creationId xmlns:a16="http://schemas.microsoft.com/office/drawing/2014/main" id="{5322FC12-FE3D-AC9D-5EDF-D437918E4869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0" name="Freeform: Shape 158">
                <a:extLst>
                  <a:ext uri="{FF2B5EF4-FFF2-40B4-BE49-F238E27FC236}">
                    <a16:creationId xmlns:a16="http://schemas.microsoft.com/office/drawing/2014/main" id="{471BAB77-EF13-49D6-627F-1CA8F380C19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1" name="Freeform: Shape 159">
                <a:extLst>
                  <a:ext uri="{FF2B5EF4-FFF2-40B4-BE49-F238E27FC236}">
                    <a16:creationId xmlns:a16="http://schemas.microsoft.com/office/drawing/2014/main" id="{0D13CE8F-E5CC-11EB-EC8C-27892F06B4C3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2" name="Freeform: Shape 160">
                <a:extLst>
                  <a:ext uri="{FF2B5EF4-FFF2-40B4-BE49-F238E27FC236}">
                    <a16:creationId xmlns:a16="http://schemas.microsoft.com/office/drawing/2014/main" id="{F677A8E7-2F80-A706-3CA9-5EB654116E2B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9E08A17-80FB-3A1F-5628-13A8CDBC5316}"/>
                </a:ext>
              </a:extLst>
            </p:cNvPr>
            <p:cNvGrpSpPr/>
            <p:nvPr/>
          </p:nvGrpSpPr>
          <p:grpSpPr>
            <a:xfrm>
              <a:off x="10787679" y="3577217"/>
              <a:ext cx="1264298" cy="1005053"/>
              <a:chOff x="8867133" y="-492224"/>
              <a:chExt cx="1264298" cy="1005053"/>
            </a:xfrm>
          </p:grpSpPr>
          <p:sp>
            <p:nvSpPr>
              <p:cNvPr id="73" name="Freeform: Shape 131">
                <a:extLst>
                  <a:ext uri="{FF2B5EF4-FFF2-40B4-BE49-F238E27FC236}">
                    <a16:creationId xmlns:a16="http://schemas.microsoft.com/office/drawing/2014/main" id="{F2022DE9-0446-F267-BC09-3AB5CD14A8D5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4" name="Freeform: Shape 132">
                <a:extLst>
                  <a:ext uri="{FF2B5EF4-FFF2-40B4-BE49-F238E27FC236}">
                    <a16:creationId xmlns:a16="http://schemas.microsoft.com/office/drawing/2014/main" id="{AE4B307A-D4CD-8C68-7DF9-A32FCE525B0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5" name="Freeform: Shape 133">
                <a:extLst>
                  <a:ext uri="{FF2B5EF4-FFF2-40B4-BE49-F238E27FC236}">
                    <a16:creationId xmlns:a16="http://schemas.microsoft.com/office/drawing/2014/main" id="{53953F62-3C04-4A22-368F-818A8B61EAB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6" name="Freeform: Shape 134">
                <a:extLst>
                  <a:ext uri="{FF2B5EF4-FFF2-40B4-BE49-F238E27FC236}">
                    <a16:creationId xmlns:a16="http://schemas.microsoft.com/office/drawing/2014/main" id="{33A2A415-976E-C4DE-9482-DFCF9E3632B0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7" name="Freeform: Shape 135">
                <a:extLst>
                  <a:ext uri="{FF2B5EF4-FFF2-40B4-BE49-F238E27FC236}">
                    <a16:creationId xmlns:a16="http://schemas.microsoft.com/office/drawing/2014/main" id="{7E75601B-6184-E09E-F3DC-04F244FED77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8" name="Freeform: Shape 136">
                <a:extLst>
                  <a:ext uri="{FF2B5EF4-FFF2-40B4-BE49-F238E27FC236}">
                    <a16:creationId xmlns:a16="http://schemas.microsoft.com/office/drawing/2014/main" id="{64292F92-E7C1-4D02-1F6B-1BE2CBF907A0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9" name="Freeform: Shape 137">
                <a:extLst>
                  <a:ext uri="{FF2B5EF4-FFF2-40B4-BE49-F238E27FC236}">
                    <a16:creationId xmlns:a16="http://schemas.microsoft.com/office/drawing/2014/main" id="{E224D295-6327-EAB1-AE41-A8CB761ABC14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0" name="Freeform: Shape 138">
                <a:extLst>
                  <a:ext uri="{FF2B5EF4-FFF2-40B4-BE49-F238E27FC236}">
                    <a16:creationId xmlns:a16="http://schemas.microsoft.com/office/drawing/2014/main" id="{2D6ED58D-F745-0BA8-D7DB-D57830C02ED8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1" name="Freeform: Shape 139">
                <a:extLst>
                  <a:ext uri="{FF2B5EF4-FFF2-40B4-BE49-F238E27FC236}">
                    <a16:creationId xmlns:a16="http://schemas.microsoft.com/office/drawing/2014/main" id="{4E010406-0BAE-28D7-9D57-4C619D8C476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2" name="Freeform: Shape 140">
                <a:extLst>
                  <a:ext uri="{FF2B5EF4-FFF2-40B4-BE49-F238E27FC236}">
                    <a16:creationId xmlns:a16="http://schemas.microsoft.com/office/drawing/2014/main" id="{58040611-3ADF-673D-3E1F-00A55ACF5C6C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3" name="Freeform: Shape 141">
                <a:extLst>
                  <a:ext uri="{FF2B5EF4-FFF2-40B4-BE49-F238E27FC236}">
                    <a16:creationId xmlns:a16="http://schemas.microsoft.com/office/drawing/2014/main" id="{5CC06417-AB3B-8ABC-0140-FE93805C96E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4" name="Freeform: Shape 142">
                <a:extLst>
                  <a:ext uri="{FF2B5EF4-FFF2-40B4-BE49-F238E27FC236}">
                    <a16:creationId xmlns:a16="http://schemas.microsoft.com/office/drawing/2014/main" id="{90E191B6-BDF1-9367-BBD4-8B8A8EA827F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5" name="Freeform: Shape 143">
                <a:extLst>
                  <a:ext uri="{FF2B5EF4-FFF2-40B4-BE49-F238E27FC236}">
                    <a16:creationId xmlns:a16="http://schemas.microsoft.com/office/drawing/2014/main" id="{1E031F86-A49D-02DC-E638-56CF334795FD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6" name="Freeform: Shape 144">
                <a:extLst>
                  <a:ext uri="{FF2B5EF4-FFF2-40B4-BE49-F238E27FC236}">
                    <a16:creationId xmlns:a16="http://schemas.microsoft.com/office/drawing/2014/main" id="{611B6B26-108C-79B5-9B46-DE8F7EADBA84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7" name="Freeform: Shape 145">
                <a:extLst>
                  <a:ext uri="{FF2B5EF4-FFF2-40B4-BE49-F238E27FC236}">
                    <a16:creationId xmlns:a16="http://schemas.microsoft.com/office/drawing/2014/main" id="{674966C4-D26E-F086-E35E-5AE0C859B710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8" name="Freeform: Shape 146">
                <a:extLst>
                  <a:ext uri="{FF2B5EF4-FFF2-40B4-BE49-F238E27FC236}">
                    <a16:creationId xmlns:a16="http://schemas.microsoft.com/office/drawing/2014/main" id="{59DE8EF9-BE07-9634-8230-FC6599FA2170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9" name="Freeform: Shape 147">
                <a:extLst>
                  <a:ext uri="{FF2B5EF4-FFF2-40B4-BE49-F238E27FC236}">
                    <a16:creationId xmlns:a16="http://schemas.microsoft.com/office/drawing/2014/main" id="{39BAB499-D8AA-40C8-6255-01C16772708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0" name="Freeform: Shape 148">
                <a:extLst>
                  <a:ext uri="{FF2B5EF4-FFF2-40B4-BE49-F238E27FC236}">
                    <a16:creationId xmlns:a16="http://schemas.microsoft.com/office/drawing/2014/main" id="{4AC95537-8D5F-AF0D-4634-19358EE3DC0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1" name="Freeform: Shape 149">
                <a:extLst>
                  <a:ext uri="{FF2B5EF4-FFF2-40B4-BE49-F238E27FC236}">
                    <a16:creationId xmlns:a16="http://schemas.microsoft.com/office/drawing/2014/main" id="{223FCF2F-894D-0162-2372-65A202AC8EA1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2" name="Freeform: Shape 150">
                <a:extLst>
                  <a:ext uri="{FF2B5EF4-FFF2-40B4-BE49-F238E27FC236}">
                    <a16:creationId xmlns:a16="http://schemas.microsoft.com/office/drawing/2014/main" id="{879D059A-4FA4-70AC-30E2-B32A11F7500B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3" name="Freeform: Shape 151">
                <a:extLst>
                  <a:ext uri="{FF2B5EF4-FFF2-40B4-BE49-F238E27FC236}">
                    <a16:creationId xmlns:a16="http://schemas.microsoft.com/office/drawing/2014/main" id="{B5FD4BC0-1241-C2B3-6EAE-8C1D077A421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4" name="Freeform: Shape 152">
                <a:extLst>
                  <a:ext uri="{FF2B5EF4-FFF2-40B4-BE49-F238E27FC236}">
                    <a16:creationId xmlns:a16="http://schemas.microsoft.com/office/drawing/2014/main" id="{F71D6618-3427-2A63-6D36-18931F6A64C6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5" name="Freeform: Shape 153">
                <a:extLst>
                  <a:ext uri="{FF2B5EF4-FFF2-40B4-BE49-F238E27FC236}">
                    <a16:creationId xmlns:a16="http://schemas.microsoft.com/office/drawing/2014/main" id="{F845185C-9E28-D3C3-FB93-82FDFAF5428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6" name="Freeform: Shape 154">
                <a:extLst>
                  <a:ext uri="{FF2B5EF4-FFF2-40B4-BE49-F238E27FC236}">
                    <a16:creationId xmlns:a16="http://schemas.microsoft.com/office/drawing/2014/main" id="{5815BFA7-3630-806F-38D6-542D875FBAE2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7" name="Freeform: Shape 155">
                <a:extLst>
                  <a:ext uri="{FF2B5EF4-FFF2-40B4-BE49-F238E27FC236}">
                    <a16:creationId xmlns:a16="http://schemas.microsoft.com/office/drawing/2014/main" id="{A3AD8765-C9BA-F316-9886-0C7D7A9427CB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8" name="Freeform: Shape 156">
                <a:extLst>
                  <a:ext uri="{FF2B5EF4-FFF2-40B4-BE49-F238E27FC236}">
                    <a16:creationId xmlns:a16="http://schemas.microsoft.com/office/drawing/2014/main" id="{F462785B-D0FA-7F73-1539-D67AD4FECD74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9" name="Freeform: Shape 157">
                <a:extLst>
                  <a:ext uri="{FF2B5EF4-FFF2-40B4-BE49-F238E27FC236}">
                    <a16:creationId xmlns:a16="http://schemas.microsoft.com/office/drawing/2014/main" id="{54359F1E-9CF8-9F1C-C91D-44F7640E7126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0" name="Freeform: Shape 158">
                <a:extLst>
                  <a:ext uri="{FF2B5EF4-FFF2-40B4-BE49-F238E27FC236}">
                    <a16:creationId xmlns:a16="http://schemas.microsoft.com/office/drawing/2014/main" id="{D3328829-2B5C-0A94-B01E-79FB191584BE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1" name="Freeform: Shape 159">
                <a:extLst>
                  <a:ext uri="{FF2B5EF4-FFF2-40B4-BE49-F238E27FC236}">
                    <a16:creationId xmlns:a16="http://schemas.microsoft.com/office/drawing/2014/main" id="{646C8A36-B9F5-CD81-D2D9-FDEA26D1603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2" name="Freeform: Shape 160">
                <a:extLst>
                  <a:ext uri="{FF2B5EF4-FFF2-40B4-BE49-F238E27FC236}">
                    <a16:creationId xmlns:a16="http://schemas.microsoft.com/office/drawing/2014/main" id="{3FC978FC-EFC9-E045-05B8-436E89A7C387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01199C7-3400-AEEB-FE9D-B36381A0626D}"/>
                </a:ext>
              </a:extLst>
            </p:cNvPr>
            <p:cNvGrpSpPr/>
            <p:nvPr/>
          </p:nvGrpSpPr>
          <p:grpSpPr>
            <a:xfrm>
              <a:off x="10790283" y="4770606"/>
              <a:ext cx="1264298" cy="1005053"/>
              <a:chOff x="8867133" y="-492224"/>
              <a:chExt cx="1264298" cy="1005053"/>
            </a:xfrm>
          </p:grpSpPr>
          <p:sp>
            <p:nvSpPr>
              <p:cNvPr id="43" name="Freeform: Shape 131">
                <a:extLst>
                  <a:ext uri="{FF2B5EF4-FFF2-40B4-BE49-F238E27FC236}">
                    <a16:creationId xmlns:a16="http://schemas.microsoft.com/office/drawing/2014/main" id="{88991DF3-5AB8-D9DA-23BC-8434343E025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: Shape 132">
                <a:extLst>
                  <a:ext uri="{FF2B5EF4-FFF2-40B4-BE49-F238E27FC236}">
                    <a16:creationId xmlns:a16="http://schemas.microsoft.com/office/drawing/2014/main" id="{C44B4FCB-1166-83F7-91B6-7EE843F420FB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: Shape 133">
                <a:extLst>
                  <a:ext uri="{FF2B5EF4-FFF2-40B4-BE49-F238E27FC236}">
                    <a16:creationId xmlns:a16="http://schemas.microsoft.com/office/drawing/2014/main" id="{51BD86DE-51E7-04EC-1B46-BC0E76DAAE7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: Shape 134">
                <a:extLst>
                  <a:ext uri="{FF2B5EF4-FFF2-40B4-BE49-F238E27FC236}">
                    <a16:creationId xmlns:a16="http://schemas.microsoft.com/office/drawing/2014/main" id="{7810AFA0-1BE1-1B52-0918-7A365C62CA6C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: Shape 135">
                <a:extLst>
                  <a:ext uri="{FF2B5EF4-FFF2-40B4-BE49-F238E27FC236}">
                    <a16:creationId xmlns:a16="http://schemas.microsoft.com/office/drawing/2014/main" id="{F83C21E1-DC2D-6DA5-B1D9-8AFE08DE0190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: Shape 136">
                <a:extLst>
                  <a:ext uri="{FF2B5EF4-FFF2-40B4-BE49-F238E27FC236}">
                    <a16:creationId xmlns:a16="http://schemas.microsoft.com/office/drawing/2014/main" id="{683D72AE-C4B9-E6EF-604B-944FB0E92FFD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: Shape 137">
                <a:extLst>
                  <a:ext uri="{FF2B5EF4-FFF2-40B4-BE49-F238E27FC236}">
                    <a16:creationId xmlns:a16="http://schemas.microsoft.com/office/drawing/2014/main" id="{79394AF4-3A4E-8690-0FE4-F4978C90DE8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: Shape 138">
                <a:extLst>
                  <a:ext uri="{FF2B5EF4-FFF2-40B4-BE49-F238E27FC236}">
                    <a16:creationId xmlns:a16="http://schemas.microsoft.com/office/drawing/2014/main" id="{9E2D424E-A911-B32F-AC74-9E9167B221AA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: Shape 139">
                <a:extLst>
                  <a:ext uri="{FF2B5EF4-FFF2-40B4-BE49-F238E27FC236}">
                    <a16:creationId xmlns:a16="http://schemas.microsoft.com/office/drawing/2014/main" id="{0785BCD6-1470-CCC7-2094-D939E468B408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: Shape 140">
                <a:extLst>
                  <a:ext uri="{FF2B5EF4-FFF2-40B4-BE49-F238E27FC236}">
                    <a16:creationId xmlns:a16="http://schemas.microsoft.com/office/drawing/2014/main" id="{9F0A1895-19E0-CA6B-2E79-121CFD95EFD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: Shape 141">
                <a:extLst>
                  <a:ext uri="{FF2B5EF4-FFF2-40B4-BE49-F238E27FC236}">
                    <a16:creationId xmlns:a16="http://schemas.microsoft.com/office/drawing/2014/main" id="{22D359AA-ED73-E18E-E065-24CA4BFA6811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: Shape 142">
                <a:extLst>
                  <a:ext uri="{FF2B5EF4-FFF2-40B4-BE49-F238E27FC236}">
                    <a16:creationId xmlns:a16="http://schemas.microsoft.com/office/drawing/2014/main" id="{91AD6BF2-3606-8173-281A-DFB41F2552E0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: Shape 143">
                <a:extLst>
                  <a:ext uri="{FF2B5EF4-FFF2-40B4-BE49-F238E27FC236}">
                    <a16:creationId xmlns:a16="http://schemas.microsoft.com/office/drawing/2014/main" id="{EBF638D4-84DC-D736-BAE9-C0544BF8915E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: Shape 144">
                <a:extLst>
                  <a:ext uri="{FF2B5EF4-FFF2-40B4-BE49-F238E27FC236}">
                    <a16:creationId xmlns:a16="http://schemas.microsoft.com/office/drawing/2014/main" id="{82632168-C4C8-6910-08F6-5F0896EB6D6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: Shape 145">
                <a:extLst>
                  <a:ext uri="{FF2B5EF4-FFF2-40B4-BE49-F238E27FC236}">
                    <a16:creationId xmlns:a16="http://schemas.microsoft.com/office/drawing/2014/main" id="{5F84B16B-9D07-6B79-ADC8-535F2BD90236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Freeform: Shape 146">
                <a:extLst>
                  <a:ext uri="{FF2B5EF4-FFF2-40B4-BE49-F238E27FC236}">
                    <a16:creationId xmlns:a16="http://schemas.microsoft.com/office/drawing/2014/main" id="{84EC91D8-7420-AAE6-B8D6-D7ED4E69EB4E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9" name="Freeform: Shape 147">
                <a:extLst>
                  <a:ext uri="{FF2B5EF4-FFF2-40B4-BE49-F238E27FC236}">
                    <a16:creationId xmlns:a16="http://schemas.microsoft.com/office/drawing/2014/main" id="{F329BE0D-5747-1B1E-2FEF-A599EC88AAE0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0" name="Freeform: Shape 148">
                <a:extLst>
                  <a:ext uri="{FF2B5EF4-FFF2-40B4-BE49-F238E27FC236}">
                    <a16:creationId xmlns:a16="http://schemas.microsoft.com/office/drawing/2014/main" id="{AABA5DBC-6954-3347-06A2-BD986254567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1" name="Freeform: Shape 149">
                <a:extLst>
                  <a:ext uri="{FF2B5EF4-FFF2-40B4-BE49-F238E27FC236}">
                    <a16:creationId xmlns:a16="http://schemas.microsoft.com/office/drawing/2014/main" id="{0B29624D-32A8-5572-346F-FE985C2B9D8A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2" name="Freeform: Shape 150">
                <a:extLst>
                  <a:ext uri="{FF2B5EF4-FFF2-40B4-BE49-F238E27FC236}">
                    <a16:creationId xmlns:a16="http://schemas.microsoft.com/office/drawing/2014/main" id="{6028F370-84A4-0297-528D-682B21303705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3" name="Freeform: Shape 151">
                <a:extLst>
                  <a:ext uri="{FF2B5EF4-FFF2-40B4-BE49-F238E27FC236}">
                    <a16:creationId xmlns:a16="http://schemas.microsoft.com/office/drawing/2014/main" id="{2C3CED85-4FE4-BF2B-DF87-119AA3C5FC5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4" name="Freeform: Shape 152">
                <a:extLst>
                  <a:ext uri="{FF2B5EF4-FFF2-40B4-BE49-F238E27FC236}">
                    <a16:creationId xmlns:a16="http://schemas.microsoft.com/office/drawing/2014/main" id="{D79A462D-C594-9B59-1DE4-F3C08A05F46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5" name="Freeform: Shape 153">
                <a:extLst>
                  <a:ext uri="{FF2B5EF4-FFF2-40B4-BE49-F238E27FC236}">
                    <a16:creationId xmlns:a16="http://schemas.microsoft.com/office/drawing/2014/main" id="{3A07AB18-2431-6353-6987-8D34C9B208B4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6" name="Freeform: Shape 154">
                <a:extLst>
                  <a:ext uri="{FF2B5EF4-FFF2-40B4-BE49-F238E27FC236}">
                    <a16:creationId xmlns:a16="http://schemas.microsoft.com/office/drawing/2014/main" id="{540B67E1-0CDA-421F-6272-A42CAF797A2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7" name="Freeform: Shape 155">
                <a:extLst>
                  <a:ext uri="{FF2B5EF4-FFF2-40B4-BE49-F238E27FC236}">
                    <a16:creationId xmlns:a16="http://schemas.microsoft.com/office/drawing/2014/main" id="{96424079-6D85-C2DA-A819-1E4DCE30E3A7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8" name="Freeform: Shape 156">
                <a:extLst>
                  <a:ext uri="{FF2B5EF4-FFF2-40B4-BE49-F238E27FC236}">
                    <a16:creationId xmlns:a16="http://schemas.microsoft.com/office/drawing/2014/main" id="{2A97BBEC-36CE-B594-AE66-A3115470A98D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9" name="Freeform: Shape 157">
                <a:extLst>
                  <a:ext uri="{FF2B5EF4-FFF2-40B4-BE49-F238E27FC236}">
                    <a16:creationId xmlns:a16="http://schemas.microsoft.com/office/drawing/2014/main" id="{92003631-9E95-49B8-E595-B859D56E10BF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0" name="Freeform: Shape 158">
                <a:extLst>
                  <a:ext uri="{FF2B5EF4-FFF2-40B4-BE49-F238E27FC236}">
                    <a16:creationId xmlns:a16="http://schemas.microsoft.com/office/drawing/2014/main" id="{0370696A-A98E-7034-FF2E-F43A3AD732CF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1" name="Freeform: Shape 159">
                <a:extLst>
                  <a:ext uri="{FF2B5EF4-FFF2-40B4-BE49-F238E27FC236}">
                    <a16:creationId xmlns:a16="http://schemas.microsoft.com/office/drawing/2014/main" id="{699D158D-64DE-6AB7-A85D-7CF536BB9D12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2" name="Freeform: Shape 160">
                <a:extLst>
                  <a:ext uri="{FF2B5EF4-FFF2-40B4-BE49-F238E27FC236}">
                    <a16:creationId xmlns:a16="http://schemas.microsoft.com/office/drawing/2014/main" id="{E4EE3E30-8D79-5C66-7728-43DE5873952E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D6544BB-3F90-AC1C-C6F2-7E5834072516}"/>
                </a:ext>
              </a:extLst>
            </p:cNvPr>
            <p:cNvGrpSpPr/>
            <p:nvPr/>
          </p:nvGrpSpPr>
          <p:grpSpPr>
            <a:xfrm>
              <a:off x="10701084" y="5836321"/>
              <a:ext cx="1493520" cy="1021679"/>
              <a:chOff x="10698480" y="0"/>
              <a:chExt cx="1493520" cy="102167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D1F618F-754B-D67A-D5AE-3CBE530858ED}"/>
                  </a:ext>
                </a:extLst>
              </p:cNvPr>
              <p:cNvSpPr/>
              <p:nvPr/>
            </p:nvSpPr>
            <p:spPr>
              <a:xfrm>
                <a:off x="10698480" y="0"/>
                <a:ext cx="1493520" cy="102167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FA03D7D9-065C-6047-CC68-952A558D8BCF}"/>
                  </a:ext>
                </a:extLst>
              </p:cNvPr>
              <p:cNvGrpSpPr/>
              <p:nvPr/>
            </p:nvGrpSpPr>
            <p:grpSpPr>
              <a:xfrm>
                <a:off x="10787679" y="97530"/>
                <a:ext cx="1264298" cy="769086"/>
                <a:chOff x="8867133" y="-492224"/>
                <a:chExt cx="1264298" cy="769086"/>
              </a:xfrm>
            </p:grpSpPr>
            <p:sp>
              <p:nvSpPr>
                <p:cNvPr id="19" name="Freeform: Shape 131">
                  <a:extLst>
                    <a:ext uri="{FF2B5EF4-FFF2-40B4-BE49-F238E27FC236}">
                      <a16:creationId xmlns:a16="http://schemas.microsoft.com/office/drawing/2014/main" id="{4A551F23-BE36-A469-6255-CC8FF471802F}"/>
                    </a:ext>
                  </a:extLst>
                </p:cNvPr>
                <p:cNvSpPr/>
                <p:nvPr/>
              </p:nvSpPr>
              <p:spPr>
                <a:xfrm>
                  <a:off x="8868533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" name="Freeform: Shape 132">
                  <a:extLst>
                    <a:ext uri="{FF2B5EF4-FFF2-40B4-BE49-F238E27FC236}">
                      <a16:creationId xmlns:a16="http://schemas.microsoft.com/office/drawing/2014/main" id="{404C0765-CAF4-B5A7-0A14-A98F873240D9}"/>
                    </a:ext>
                  </a:extLst>
                </p:cNvPr>
                <p:cNvSpPr/>
                <p:nvPr/>
              </p:nvSpPr>
              <p:spPr>
                <a:xfrm>
                  <a:off x="9108570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" name="Freeform: Shape 133">
                  <a:extLst>
                    <a:ext uri="{FF2B5EF4-FFF2-40B4-BE49-F238E27FC236}">
                      <a16:creationId xmlns:a16="http://schemas.microsoft.com/office/drawing/2014/main" id="{86B4E10B-B22B-D0EE-E0CF-63DAE7C06CB2}"/>
                    </a:ext>
                  </a:extLst>
                </p:cNvPr>
                <p:cNvSpPr/>
                <p:nvPr/>
              </p:nvSpPr>
              <p:spPr>
                <a:xfrm>
                  <a:off x="9348607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3" name="Freeform: Shape 134">
                  <a:extLst>
                    <a:ext uri="{FF2B5EF4-FFF2-40B4-BE49-F238E27FC236}">
                      <a16:creationId xmlns:a16="http://schemas.microsoft.com/office/drawing/2014/main" id="{F7514E5B-A7B5-3878-ECCA-F2C61D730BBC}"/>
                    </a:ext>
                  </a:extLst>
                </p:cNvPr>
                <p:cNvSpPr/>
                <p:nvPr/>
              </p:nvSpPr>
              <p:spPr>
                <a:xfrm>
                  <a:off x="9588518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4" name="Freeform: Shape 135">
                  <a:extLst>
                    <a:ext uri="{FF2B5EF4-FFF2-40B4-BE49-F238E27FC236}">
                      <a16:creationId xmlns:a16="http://schemas.microsoft.com/office/drawing/2014/main" id="{23928C06-682E-34D6-BB49-8293F2FE1A00}"/>
                    </a:ext>
                  </a:extLst>
                </p:cNvPr>
                <p:cNvSpPr/>
                <p:nvPr/>
              </p:nvSpPr>
              <p:spPr>
                <a:xfrm>
                  <a:off x="9828555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5" name="Freeform: Shape 136">
                  <a:extLst>
                    <a:ext uri="{FF2B5EF4-FFF2-40B4-BE49-F238E27FC236}">
                      <a16:creationId xmlns:a16="http://schemas.microsoft.com/office/drawing/2014/main" id="{1A9515AF-65EC-19E8-2777-D1C61A131ECC}"/>
                    </a:ext>
                  </a:extLst>
                </p:cNvPr>
                <p:cNvSpPr/>
                <p:nvPr/>
              </p:nvSpPr>
              <p:spPr>
                <a:xfrm>
                  <a:off x="10068592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6" name="Freeform: Shape 137">
                  <a:extLst>
                    <a:ext uri="{FF2B5EF4-FFF2-40B4-BE49-F238E27FC236}">
                      <a16:creationId xmlns:a16="http://schemas.microsoft.com/office/drawing/2014/main" id="{FCD1E1E8-1936-037C-DCAB-23E09F1FF04F}"/>
                    </a:ext>
                  </a:extLst>
                </p:cNvPr>
                <p:cNvSpPr/>
                <p:nvPr/>
              </p:nvSpPr>
              <p:spPr>
                <a:xfrm>
                  <a:off x="8868533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7" name="Freeform: Shape 138">
                  <a:extLst>
                    <a:ext uri="{FF2B5EF4-FFF2-40B4-BE49-F238E27FC236}">
                      <a16:creationId xmlns:a16="http://schemas.microsoft.com/office/drawing/2014/main" id="{960B2DB8-A7FF-6649-63C3-ED61C9C00850}"/>
                    </a:ext>
                  </a:extLst>
                </p:cNvPr>
                <p:cNvSpPr/>
                <p:nvPr/>
              </p:nvSpPr>
              <p:spPr>
                <a:xfrm>
                  <a:off x="9108570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8" name="Freeform: Shape 139">
                  <a:extLst>
                    <a:ext uri="{FF2B5EF4-FFF2-40B4-BE49-F238E27FC236}">
                      <a16:creationId xmlns:a16="http://schemas.microsoft.com/office/drawing/2014/main" id="{DDC74ED6-F173-EB3B-5605-F5891056B7AF}"/>
                    </a:ext>
                  </a:extLst>
                </p:cNvPr>
                <p:cNvSpPr/>
                <p:nvPr/>
              </p:nvSpPr>
              <p:spPr>
                <a:xfrm>
                  <a:off x="9348607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9" name="Freeform: Shape 140">
                  <a:extLst>
                    <a:ext uri="{FF2B5EF4-FFF2-40B4-BE49-F238E27FC236}">
                      <a16:creationId xmlns:a16="http://schemas.microsoft.com/office/drawing/2014/main" id="{66D81270-2CCD-571F-CAE7-85CBB4118C33}"/>
                    </a:ext>
                  </a:extLst>
                </p:cNvPr>
                <p:cNvSpPr/>
                <p:nvPr/>
              </p:nvSpPr>
              <p:spPr>
                <a:xfrm>
                  <a:off x="9588518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0" name="Freeform: Shape 141">
                  <a:extLst>
                    <a:ext uri="{FF2B5EF4-FFF2-40B4-BE49-F238E27FC236}">
                      <a16:creationId xmlns:a16="http://schemas.microsoft.com/office/drawing/2014/main" id="{ACC0CA1C-36F5-0C5D-156C-BF9B2BB53ACE}"/>
                    </a:ext>
                  </a:extLst>
                </p:cNvPr>
                <p:cNvSpPr/>
                <p:nvPr/>
              </p:nvSpPr>
              <p:spPr>
                <a:xfrm>
                  <a:off x="9828555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189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189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1" name="Freeform: Shape 142">
                  <a:extLst>
                    <a:ext uri="{FF2B5EF4-FFF2-40B4-BE49-F238E27FC236}">
                      <a16:creationId xmlns:a16="http://schemas.microsoft.com/office/drawing/2014/main" id="{A2FF5A44-CE60-FEB5-C8AE-AA725A30AAF6}"/>
                    </a:ext>
                  </a:extLst>
                </p:cNvPr>
                <p:cNvSpPr/>
                <p:nvPr/>
              </p:nvSpPr>
              <p:spPr>
                <a:xfrm>
                  <a:off x="10068592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2" name="Freeform: Shape 143">
                  <a:extLst>
                    <a:ext uri="{FF2B5EF4-FFF2-40B4-BE49-F238E27FC236}">
                      <a16:creationId xmlns:a16="http://schemas.microsoft.com/office/drawing/2014/main" id="{FE7391F7-03EA-3FBA-C538-9A123F2F8146}"/>
                    </a:ext>
                  </a:extLst>
                </p:cNvPr>
                <p:cNvSpPr/>
                <p:nvPr/>
              </p:nvSpPr>
              <p:spPr>
                <a:xfrm>
                  <a:off x="8868533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" name="Freeform: Shape 144">
                  <a:extLst>
                    <a:ext uri="{FF2B5EF4-FFF2-40B4-BE49-F238E27FC236}">
                      <a16:creationId xmlns:a16="http://schemas.microsoft.com/office/drawing/2014/main" id="{07D67510-50E7-F99D-FE6C-3236F170CB40}"/>
                    </a:ext>
                  </a:extLst>
                </p:cNvPr>
                <p:cNvSpPr/>
                <p:nvPr/>
              </p:nvSpPr>
              <p:spPr>
                <a:xfrm>
                  <a:off x="9108570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4" name="Freeform: Shape 145">
                  <a:extLst>
                    <a:ext uri="{FF2B5EF4-FFF2-40B4-BE49-F238E27FC236}">
                      <a16:creationId xmlns:a16="http://schemas.microsoft.com/office/drawing/2014/main" id="{FFB75339-8C9D-5D11-FD9B-52CADC6F3D98}"/>
                    </a:ext>
                  </a:extLst>
                </p:cNvPr>
                <p:cNvSpPr/>
                <p:nvPr/>
              </p:nvSpPr>
              <p:spPr>
                <a:xfrm>
                  <a:off x="9348607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5" name="Freeform: Shape 146">
                  <a:extLst>
                    <a:ext uri="{FF2B5EF4-FFF2-40B4-BE49-F238E27FC236}">
                      <a16:creationId xmlns:a16="http://schemas.microsoft.com/office/drawing/2014/main" id="{718E2763-B374-0EFD-6E08-8C315FC14156}"/>
                    </a:ext>
                  </a:extLst>
                </p:cNvPr>
                <p:cNvSpPr/>
                <p:nvPr/>
              </p:nvSpPr>
              <p:spPr>
                <a:xfrm>
                  <a:off x="9588518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6" name="Freeform: Shape 147">
                  <a:extLst>
                    <a:ext uri="{FF2B5EF4-FFF2-40B4-BE49-F238E27FC236}">
                      <a16:creationId xmlns:a16="http://schemas.microsoft.com/office/drawing/2014/main" id="{E97D1C17-B693-C048-2190-446ECBD085D5}"/>
                    </a:ext>
                  </a:extLst>
                </p:cNvPr>
                <p:cNvSpPr/>
                <p:nvPr/>
              </p:nvSpPr>
              <p:spPr>
                <a:xfrm>
                  <a:off x="9828555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189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189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7" name="Freeform: Shape 155">
                  <a:extLst>
                    <a:ext uri="{FF2B5EF4-FFF2-40B4-BE49-F238E27FC236}">
                      <a16:creationId xmlns:a16="http://schemas.microsoft.com/office/drawing/2014/main" id="{A7EB3DB5-7FC7-918D-29F8-944878DF5069}"/>
                    </a:ext>
                  </a:extLst>
                </p:cNvPr>
                <p:cNvSpPr/>
                <p:nvPr/>
              </p:nvSpPr>
              <p:spPr>
                <a:xfrm>
                  <a:off x="8867133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8" name="Freeform: Shape 156">
                  <a:extLst>
                    <a:ext uri="{FF2B5EF4-FFF2-40B4-BE49-F238E27FC236}">
                      <a16:creationId xmlns:a16="http://schemas.microsoft.com/office/drawing/2014/main" id="{A7BD1159-59F5-C30B-E2EA-A564B455CDB4}"/>
                    </a:ext>
                  </a:extLst>
                </p:cNvPr>
                <p:cNvSpPr/>
                <p:nvPr/>
              </p:nvSpPr>
              <p:spPr>
                <a:xfrm>
                  <a:off x="9107171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39 w 62839"/>
                    <a:gd name="connsiteY8" fmla="*/ 62713 h 62712"/>
                    <a:gd name="connsiteX9" fmla="*/ 62839 w 62839"/>
                    <a:gd name="connsiteY9" fmla="*/ 4961 h 62712"/>
                    <a:gd name="connsiteX10" fmla="*/ 62839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39" y="62713"/>
                      </a:lnTo>
                      <a:lnTo>
                        <a:pt x="62839" y="4961"/>
                      </a:lnTo>
                      <a:lnTo>
                        <a:pt x="62839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9" name="Freeform: Shape 157">
                  <a:extLst>
                    <a:ext uri="{FF2B5EF4-FFF2-40B4-BE49-F238E27FC236}">
                      <a16:creationId xmlns:a16="http://schemas.microsoft.com/office/drawing/2014/main" id="{F3D9DBD4-B7A1-B952-8221-B29BDC603EF3}"/>
                    </a:ext>
                  </a:extLst>
                </p:cNvPr>
                <p:cNvSpPr/>
                <p:nvPr/>
              </p:nvSpPr>
              <p:spPr>
                <a:xfrm>
                  <a:off x="9347208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0" name="Freeform: Shape 158">
                  <a:extLst>
                    <a:ext uri="{FF2B5EF4-FFF2-40B4-BE49-F238E27FC236}">
                      <a16:creationId xmlns:a16="http://schemas.microsoft.com/office/drawing/2014/main" id="{719B853D-9A22-7A65-CA24-975AD29F1A7B}"/>
                    </a:ext>
                  </a:extLst>
                </p:cNvPr>
                <p:cNvSpPr/>
                <p:nvPr/>
              </p:nvSpPr>
              <p:spPr>
                <a:xfrm>
                  <a:off x="9587118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1" name="Freeform: Shape 159">
                  <a:extLst>
                    <a:ext uri="{FF2B5EF4-FFF2-40B4-BE49-F238E27FC236}">
                      <a16:creationId xmlns:a16="http://schemas.microsoft.com/office/drawing/2014/main" id="{0E24631D-DE3F-432E-42F4-4353CDD649E1}"/>
                    </a:ext>
                  </a:extLst>
                </p:cNvPr>
                <p:cNvSpPr/>
                <p:nvPr/>
              </p:nvSpPr>
              <p:spPr>
                <a:xfrm>
                  <a:off x="9827155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2" name="Freeform: Shape 160">
                  <a:extLst>
                    <a:ext uri="{FF2B5EF4-FFF2-40B4-BE49-F238E27FC236}">
                      <a16:creationId xmlns:a16="http://schemas.microsoft.com/office/drawing/2014/main" id="{02DE1C63-2969-CBED-CF7E-C914EBD6890E}"/>
                    </a:ext>
                  </a:extLst>
                </p:cNvPr>
                <p:cNvSpPr/>
                <p:nvPr/>
              </p:nvSpPr>
              <p:spPr>
                <a:xfrm>
                  <a:off x="10067193" y="-492224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3799BAE-1EDC-B379-8D6B-9DE8FD3A626A}"/>
              </a:ext>
            </a:extLst>
          </p:cNvPr>
          <p:cNvSpPr txBox="1">
            <a:spLocks/>
          </p:cNvSpPr>
          <p:nvPr userDrawn="1"/>
        </p:nvSpPr>
        <p:spPr>
          <a:xfrm>
            <a:off x="11892520" y="65247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99742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Sid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9791AC60-58C6-9164-8F72-D155C522B7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214360" y="0"/>
            <a:ext cx="397764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BAAC64E3-0361-F4FA-B3AD-E06D755F1963}"/>
              </a:ext>
            </a:extLst>
          </p:cNvPr>
          <p:cNvSpPr txBox="1">
            <a:spLocks/>
          </p:cNvSpPr>
          <p:nvPr userDrawn="1"/>
        </p:nvSpPr>
        <p:spPr>
          <a:xfrm>
            <a:off x="11579225" y="6373813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438D377-8C25-500F-B46A-738EE9EC0613}"/>
              </a:ext>
            </a:extLst>
          </p:cNvPr>
          <p:cNvSpPr/>
          <p:nvPr userDrawn="1"/>
        </p:nvSpPr>
        <p:spPr>
          <a:xfrm>
            <a:off x="11411458" y="508"/>
            <a:ext cx="12700" cy="6858000"/>
          </a:xfrm>
          <a:custGeom>
            <a:avLst/>
            <a:gdLst>
              <a:gd name="connsiteX0" fmla="*/ 0 w 12700"/>
              <a:gd name="connsiteY0" fmla="*/ 0 h 6858000"/>
              <a:gd name="connsiteX1" fmla="*/ 0 w 12700"/>
              <a:gd name="connsiteY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3174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C698C27-9AFB-5139-37A3-B84E67D9F0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613992"/>
            <a:ext cx="5969000" cy="1948070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9BDCC2C-E78C-0328-75E0-515B063111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1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50B90-B0BB-AE3C-F0AC-59812CE4D5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3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402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613992"/>
            <a:ext cx="5969000" cy="1948070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51277D9-2ACD-423C-7F93-BB9DAF2C87B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891081" y="6445023"/>
            <a:ext cx="3095640" cy="278735"/>
          </a:xfrm>
        </p:spPr>
        <p:txBody>
          <a:bodyPr numCol="1" spcCol="0">
            <a:noAutofit/>
          </a:bodyPr>
          <a:lstStyle>
            <a:lvl1pPr algn="r">
              <a:spcBef>
                <a:spcPts val="300"/>
              </a:spcBef>
              <a:spcAft>
                <a:spcPts val="300"/>
              </a:spcAft>
              <a:defRPr sz="1000" i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32A9164-F04F-DDA7-649A-DE500A79FE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1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CF2B6B-3475-1BC0-2928-40C8F4B674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3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4010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E136F65-5519-5748-58DD-F416FBE55D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4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635871"/>
            <a:ext cx="6528786" cy="1548213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6D4CFEA-AD6E-3BEA-BD0D-AEDC252517C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523379" y="6445023"/>
            <a:ext cx="2463342" cy="278735"/>
          </a:xfrm>
        </p:spPr>
        <p:txBody>
          <a:bodyPr numCol="1" spcCol="0">
            <a:noAutofit/>
          </a:bodyPr>
          <a:lstStyle>
            <a:lvl1pPr algn="r">
              <a:spcBef>
                <a:spcPts val="300"/>
              </a:spcBef>
              <a:spcAft>
                <a:spcPts val="300"/>
              </a:spcAft>
              <a:defRPr sz="10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ACBAA6-21A2-5DBB-5959-DE259AA1F5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2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847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/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5F8133F-ECAA-6B60-8231-63D7B57372C5}"/>
              </a:ext>
            </a:extLst>
          </p:cNvPr>
          <p:cNvSpPr/>
          <p:nvPr userDrawn="1"/>
        </p:nvSpPr>
        <p:spPr>
          <a:xfrm>
            <a:off x="0" y="0"/>
            <a:ext cx="12192000" cy="68686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AA75544-E969-B4AD-6108-D531937CC9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0050" y="0"/>
            <a:ext cx="671195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Freeform: Shape 54">
            <a:extLst>
              <a:ext uri="{FF2B5EF4-FFF2-40B4-BE49-F238E27FC236}">
                <a16:creationId xmlns:a16="http://schemas.microsoft.com/office/drawing/2014/main" id="{0B28F2D1-0450-9173-1799-FAAF547F3D2D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D329CF-2058-5444-6197-836A18C2751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98C888C-0B26-783E-C8DD-285EE5C7D0C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5549676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/image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AA75544-E969-B4AD-6108-D531937CC9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0050" y="0"/>
            <a:ext cx="671195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Freeform: Shape 54">
            <a:extLst>
              <a:ext uri="{FF2B5EF4-FFF2-40B4-BE49-F238E27FC236}">
                <a16:creationId xmlns:a16="http://schemas.microsoft.com/office/drawing/2014/main" id="{6AE56EA0-D173-F25A-CFA3-9E364339CA75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B630C-1C51-3A96-DC67-4F60C60C4C7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E369C34-77C0-8157-D7A7-2F31EFEE0A4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6133607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Full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0F4B64-29BA-A4A6-5E23-04ADBC69135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2B45F00-4A0D-2358-55FD-8E8C9C94FD0D}"/>
              </a:ext>
            </a:extLst>
          </p:cNvPr>
          <p:cNvSpPr/>
          <p:nvPr/>
        </p:nvSpPr>
        <p:spPr>
          <a:xfrm>
            <a:off x="695949" y="1422570"/>
            <a:ext cx="1457369" cy="1460462"/>
          </a:xfrm>
          <a:custGeom>
            <a:avLst/>
            <a:gdLst>
              <a:gd name="connsiteX0" fmla="*/ 1353235 w 1457369"/>
              <a:gd name="connsiteY0" fmla="*/ 0 h 1460462"/>
              <a:gd name="connsiteX1" fmla="*/ 160197 w 1457369"/>
              <a:gd name="connsiteY1" fmla="*/ 0 h 1460462"/>
              <a:gd name="connsiteX2" fmla="*/ 264074 w 1457369"/>
              <a:gd name="connsiteY2" fmla="*/ 103748 h 1460462"/>
              <a:gd name="connsiteX3" fmla="*/ 1279902 w 1457369"/>
              <a:gd name="connsiteY3" fmla="*/ 103748 h 1460462"/>
              <a:gd name="connsiteX4" fmla="*/ 0 w 1457369"/>
              <a:gd name="connsiteY4" fmla="*/ 1387001 h 1460462"/>
              <a:gd name="connsiteX5" fmla="*/ 73590 w 1457369"/>
              <a:gd name="connsiteY5" fmla="*/ 1460463 h 1460462"/>
              <a:gd name="connsiteX6" fmla="*/ 1353235 w 1457369"/>
              <a:gd name="connsiteY6" fmla="*/ 177596 h 1460462"/>
              <a:gd name="connsiteX7" fmla="*/ 1353235 w 1457369"/>
              <a:gd name="connsiteY7" fmla="*/ 1200126 h 1460462"/>
              <a:gd name="connsiteX8" fmla="*/ 1457369 w 1457369"/>
              <a:gd name="connsiteY8" fmla="*/ 1294466 h 1460462"/>
              <a:gd name="connsiteX9" fmla="*/ 1457369 w 1457369"/>
              <a:gd name="connsiteY9" fmla="*/ 103748 h 1460462"/>
              <a:gd name="connsiteX10" fmla="*/ 1457369 w 1457369"/>
              <a:gd name="connsiteY10" fmla="*/ 0 h 1460462"/>
              <a:gd name="connsiteX11" fmla="*/ 1353235 w 1457369"/>
              <a:gd name="connsiteY11" fmla="*/ 0 h 1460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57369" h="1460462">
                <a:moveTo>
                  <a:pt x="1353235" y="0"/>
                </a:moveTo>
                <a:lnTo>
                  <a:pt x="160197" y="0"/>
                </a:lnTo>
                <a:lnTo>
                  <a:pt x="264074" y="103748"/>
                </a:lnTo>
                <a:lnTo>
                  <a:pt x="1279902" y="103748"/>
                </a:lnTo>
                <a:lnTo>
                  <a:pt x="0" y="1387001"/>
                </a:lnTo>
                <a:lnTo>
                  <a:pt x="73590" y="1460463"/>
                </a:lnTo>
                <a:lnTo>
                  <a:pt x="1353235" y="177596"/>
                </a:lnTo>
                <a:lnTo>
                  <a:pt x="1353235" y="1200126"/>
                </a:lnTo>
                <a:lnTo>
                  <a:pt x="1457369" y="1294466"/>
                </a:lnTo>
                <a:lnTo>
                  <a:pt x="1457369" y="103748"/>
                </a:lnTo>
                <a:lnTo>
                  <a:pt x="1457369" y="0"/>
                </a:lnTo>
                <a:lnTo>
                  <a:pt x="1353235" y="0"/>
                </a:lnTo>
                <a:close/>
              </a:path>
            </a:pathLst>
          </a:custGeom>
          <a:solidFill>
            <a:srgbClr val="F0522A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2850" y="1255713"/>
            <a:ext cx="6667500" cy="3125787"/>
          </a:xfrm>
        </p:spPr>
        <p:txBody>
          <a:bodyPr anchor="t" anchorCtr="0">
            <a:noAutofit/>
          </a:bodyPr>
          <a:lstStyle>
            <a:lvl1pPr algn="l">
              <a:defRPr sz="67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2" name="Text Placeholder 171">
            <a:extLst>
              <a:ext uri="{FF2B5EF4-FFF2-40B4-BE49-F238E27FC236}">
                <a16:creationId xmlns:a16="http://schemas.microsoft.com/office/drawing/2014/main" id="{C7C18846-2822-2CB5-3682-09F6897F5B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25950" y="4895850"/>
            <a:ext cx="6445250" cy="1651000"/>
          </a:xfrm>
        </p:spPr>
        <p:txBody>
          <a:bodyPr numCol="1" spcCol="0"/>
          <a:lstStyle>
            <a:lvl1pPr>
              <a:defRPr sz="21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 sz="2100" i="1">
                <a:solidFill>
                  <a:schemeClr val="accent2"/>
                </a:solidFill>
              </a:defRPr>
            </a:lvl2pPr>
            <a:lvl3pPr>
              <a:defRPr sz="2100" i="1">
                <a:solidFill>
                  <a:schemeClr val="accent2"/>
                </a:solidFill>
              </a:defRPr>
            </a:lvl3pPr>
            <a:lvl4pPr>
              <a:defRPr sz="2100" i="1">
                <a:solidFill>
                  <a:schemeClr val="accent2"/>
                </a:solidFill>
              </a:defRPr>
            </a:lvl4pPr>
            <a:lvl5pPr>
              <a:defRPr sz="2100" i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7C0CE33-76BB-3B40-58CF-691261A5ED5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7B531C2-AD84-2C53-671D-F31A87405A4F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6965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Full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0F4B64-29BA-A4A6-5E23-04ADBC69135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2B45F00-4A0D-2358-55FD-8E8C9C94FD0D}"/>
              </a:ext>
            </a:extLst>
          </p:cNvPr>
          <p:cNvSpPr/>
          <p:nvPr/>
        </p:nvSpPr>
        <p:spPr>
          <a:xfrm>
            <a:off x="695949" y="1422570"/>
            <a:ext cx="1457369" cy="1460462"/>
          </a:xfrm>
          <a:custGeom>
            <a:avLst/>
            <a:gdLst>
              <a:gd name="connsiteX0" fmla="*/ 1353235 w 1457369"/>
              <a:gd name="connsiteY0" fmla="*/ 0 h 1460462"/>
              <a:gd name="connsiteX1" fmla="*/ 160197 w 1457369"/>
              <a:gd name="connsiteY1" fmla="*/ 0 h 1460462"/>
              <a:gd name="connsiteX2" fmla="*/ 264074 w 1457369"/>
              <a:gd name="connsiteY2" fmla="*/ 103748 h 1460462"/>
              <a:gd name="connsiteX3" fmla="*/ 1279902 w 1457369"/>
              <a:gd name="connsiteY3" fmla="*/ 103748 h 1460462"/>
              <a:gd name="connsiteX4" fmla="*/ 0 w 1457369"/>
              <a:gd name="connsiteY4" fmla="*/ 1387001 h 1460462"/>
              <a:gd name="connsiteX5" fmla="*/ 73590 w 1457369"/>
              <a:gd name="connsiteY5" fmla="*/ 1460463 h 1460462"/>
              <a:gd name="connsiteX6" fmla="*/ 1353235 w 1457369"/>
              <a:gd name="connsiteY6" fmla="*/ 177596 h 1460462"/>
              <a:gd name="connsiteX7" fmla="*/ 1353235 w 1457369"/>
              <a:gd name="connsiteY7" fmla="*/ 1200126 h 1460462"/>
              <a:gd name="connsiteX8" fmla="*/ 1457369 w 1457369"/>
              <a:gd name="connsiteY8" fmla="*/ 1294466 h 1460462"/>
              <a:gd name="connsiteX9" fmla="*/ 1457369 w 1457369"/>
              <a:gd name="connsiteY9" fmla="*/ 103748 h 1460462"/>
              <a:gd name="connsiteX10" fmla="*/ 1457369 w 1457369"/>
              <a:gd name="connsiteY10" fmla="*/ 0 h 1460462"/>
              <a:gd name="connsiteX11" fmla="*/ 1353235 w 1457369"/>
              <a:gd name="connsiteY11" fmla="*/ 0 h 1460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57369" h="1460462">
                <a:moveTo>
                  <a:pt x="1353235" y="0"/>
                </a:moveTo>
                <a:lnTo>
                  <a:pt x="160197" y="0"/>
                </a:lnTo>
                <a:lnTo>
                  <a:pt x="264074" y="103748"/>
                </a:lnTo>
                <a:lnTo>
                  <a:pt x="1279902" y="103748"/>
                </a:lnTo>
                <a:lnTo>
                  <a:pt x="0" y="1387001"/>
                </a:lnTo>
                <a:lnTo>
                  <a:pt x="73590" y="1460463"/>
                </a:lnTo>
                <a:lnTo>
                  <a:pt x="1353235" y="177596"/>
                </a:lnTo>
                <a:lnTo>
                  <a:pt x="1353235" y="1200126"/>
                </a:lnTo>
                <a:lnTo>
                  <a:pt x="1457369" y="1294466"/>
                </a:lnTo>
                <a:lnTo>
                  <a:pt x="1457369" y="103748"/>
                </a:lnTo>
                <a:lnTo>
                  <a:pt x="1457369" y="0"/>
                </a:lnTo>
                <a:lnTo>
                  <a:pt x="1353235" y="0"/>
                </a:lnTo>
                <a:close/>
              </a:path>
            </a:pathLst>
          </a:custGeom>
          <a:solidFill>
            <a:srgbClr val="F0522A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2850" y="1255713"/>
            <a:ext cx="6667500" cy="3125787"/>
          </a:xfrm>
        </p:spPr>
        <p:txBody>
          <a:bodyPr anchor="t" anchorCtr="0">
            <a:noAutofit/>
          </a:bodyPr>
          <a:lstStyle>
            <a:lvl1pPr algn="l">
              <a:defRPr sz="6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2" name="Text Placeholder 171">
            <a:extLst>
              <a:ext uri="{FF2B5EF4-FFF2-40B4-BE49-F238E27FC236}">
                <a16:creationId xmlns:a16="http://schemas.microsoft.com/office/drawing/2014/main" id="{C7C18846-2822-2CB5-3682-09F6897F5B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25950" y="4895850"/>
            <a:ext cx="6445250" cy="1651000"/>
          </a:xfrm>
        </p:spPr>
        <p:txBody>
          <a:bodyPr numCol="1" spcCol="0"/>
          <a:lstStyle>
            <a:lvl1pPr>
              <a:defRPr sz="2100" i="1">
                <a:solidFill>
                  <a:schemeClr val="accent3"/>
                </a:solidFill>
              </a:defRPr>
            </a:lvl1pPr>
            <a:lvl2pPr>
              <a:defRPr sz="2100" i="1">
                <a:solidFill>
                  <a:schemeClr val="accent2"/>
                </a:solidFill>
              </a:defRPr>
            </a:lvl2pPr>
            <a:lvl3pPr>
              <a:defRPr sz="2100" i="1">
                <a:solidFill>
                  <a:schemeClr val="accent2"/>
                </a:solidFill>
              </a:defRPr>
            </a:lvl3pPr>
            <a:lvl4pPr>
              <a:defRPr sz="2100" i="1">
                <a:solidFill>
                  <a:schemeClr val="accent2"/>
                </a:solidFill>
              </a:defRPr>
            </a:lvl4pPr>
            <a:lvl5pPr>
              <a:defRPr sz="2100" i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007DC57-4711-AB03-C8AF-2A14889A204C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96E1396-41C7-B1BB-5F02-6C1169B8AB33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bg1"/>
                </a:solidFill>
              </a:rPr>
              <a:pPr algn="ct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6688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Power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5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C064BB9-6EFE-1F08-DE1F-FF3D33277DAA}"/>
              </a:ext>
            </a:extLst>
          </p:cNvPr>
          <p:cNvSpPr/>
          <p:nvPr/>
        </p:nvSpPr>
        <p:spPr>
          <a:xfrm>
            <a:off x="10030948" y="738346"/>
            <a:ext cx="1472577" cy="1417287"/>
          </a:xfrm>
          <a:custGeom>
            <a:avLst/>
            <a:gdLst>
              <a:gd name="connsiteX0" fmla="*/ 1367411 w 1472577"/>
              <a:gd name="connsiteY0" fmla="*/ 0 h 1417287"/>
              <a:gd name="connsiteX1" fmla="*/ 162002 w 1472577"/>
              <a:gd name="connsiteY1" fmla="*/ 0 h 1417287"/>
              <a:gd name="connsiteX2" fmla="*/ 266781 w 1472577"/>
              <a:gd name="connsiteY2" fmla="*/ 100784 h 1417287"/>
              <a:gd name="connsiteX3" fmla="*/ 1293305 w 1472577"/>
              <a:gd name="connsiteY3" fmla="*/ 100784 h 1417287"/>
              <a:gd name="connsiteX4" fmla="*/ 0 w 1472577"/>
              <a:gd name="connsiteY4" fmla="*/ 1346018 h 1417287"/>
              <a:gd name="connsiteX5" fmla="*/ 74492 w 1472577"/>
              <a:gd name="connsiteY5" fmla="*/ 1417288 h 1417287"/>
              <a:gd name="connsiteX6" fmla="*/ 1367411 w 1472577"/>
              <a:gd name="connsiteY6" fmla="*/ 172441 h 1417287"/>
              <a:gd name="connsiteX7" fmla="*/ 1367411 w 1472577"/>
              <a:gd name="connsiteY7" fmla="*/ 1164555 h 1417287"/>
              <a:gd name="connsiteX8" fmla="*/ 1472577 w 1472577"/>
              <a:gd name="connsiteY8" fmla="*/ 1256189 h 1417287"/>
              <a:gd name="connsiteX9" fmla="*/ 1472577 w 1472577"/>
              <a:gd name="connsiteY9" fmla="*/ 100784 h 1417287"/>
              <a:gd name="connsiteX10" fmla="*/ 1472577 w 1472577"/>
              <a:gd name="connsiteY10" fmla="*/ 0 h 1417287"/>
              <a:gd name="connsiteX11" fmla="*/ 1367411 w 1472577"/>
              <a:gd name="connsiteY11" fmla="*/ 0 h 1417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72577" h="1417287">
                <a:moveTo>
                  <a:pt x="1367411" y="0"/>
                </a:moveTo>
                <a:lnTo>
                  <a:pt x="162002" y="0"/>
                </a:lnTo>
                <a:lnTo>
                  <a:pt x="266781" y="100784"/>
                </a:lnTo>
                <a:lnTo>
                  <a:pt x="1293305" y="100784"/>
                </a:lnTo>
                <a:lnTo>
                  <a:pt x="0" y="1346018"/>
                </a:lnTo>
                <a:lnTo>
                  <a:pt x="74492" y="1417288"/>
                </a:lnTo>
                <a:lnTo>
                  <a:pt x="1367411" y="172441"/>
                </a:lnTo>
                <a:lnTo>
                  <a:pt x="1367411" y="1164555"/>
                </a:lnTo>
                <a:lnTo>
                  <a:pt x="1472577" y="1256189"/>
                </a:lnTo>
                <a:lnTo>
                  <a:pt x="1472577" y="100784"/>
                </a:lnTo>
                <a:lnTo>
                  <a:pt x="1472577" y="0"/>
                </a:lnTo>
                <a:lnTo>
                  <a:pt x="1367411" y="0"/>
                </a:lnTo>
                <a:close/>
              </a:path>
            </a:pathLst>
          </a:custGeom>
          <a:solidFill>
            <a:srgbClr val="F0512C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E80CBB6-3B98-22CE-31A3-6DF1157E069F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50E9F-6473-F7A6-7C5C-75DB8F6D979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9863911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- Power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rgbClr val="E5EDF8"/>
                </a:solidFill>
                <a:latin typeface="Outfit Light" pitchFamily="2" charset="0"/>
              </a:defRPr>
            </a:lvl1pPr>
          </a:lstStyle>
          <a:p>
            <a:r>
              <a:rPr lang="en-US" dirty="0"/>
              <a:t>future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C064BB9-6EFE-1F08-DE1F-FF3D33277DAA}"/>
              </a:ext>
            </a:extLst>
          </p:cNvPr>
          <p:cNvSpPr/>
          <p:nvPr/>
        </p:nvSpPr>
        <p:spPr>
          <a:xfrm>
            <a:off x="10030948" y="738346"/>
            <a:ext cx="1472577" cy="1417287"/>
          </a:xfrm>
          <a:custGeom>
            <a:avLst/>
            <a:gdLst>
              <a:gd name="connsiteX0" fmla="*/ 1367411 w 1472577"/>
              <a:gd name="connsiteY0" fmla="*/ 0 h 1417287"/>
              <a:gd name="connsiteX1" fmla="*/ 162002 w 1472577"/>
              <a:gd name="connsiteY1" fmla="*/ 0 h 1417287"/>
              <a:gd name="connsiteX2" fmla="*/ 266781 w 1472577"/>
              <a:gd name="connsiteY2" fmla="*/ 100784 h 1417287"/>
              <a:gd name="connsiteX3" fmla="*/ 1293305 w 1472577"/>
              <a:gd name="connsiteY3" fmla="*/ 100784 h 1417287"/>
              <a:gd name="connsiteX4" fmla="*/ 0 w 1472577"/>
              <a:gd name="connsiteY4" fmla="*/ 1346018 h 1417287"/>
              <a:gd name="connsiteX5" fmla="*/ 74492 w 1472577"/>
              <a:gd name="connsiteY5" fmla="*/ 1417288 h 1417287"/>
              <a:gd name="connsiteX6" fmla="*/ 1367411 w 1472577"/>
              <a:gd name="connsiteY6" fmla="*/ 172441 h 1417287"/>
              <a:gd name="connsiteX7" fmla="*/ 1367411 w 1472577"/>
              <a:gd name="connsiteY7" fmla="*/ 1164555 h 1417287"/>
              <a:gd name="connsiteX8" fmla="*/ 1472577 w 1472577"/>
              <a:gd name="connsiteY8" fmla="*/ 1256189 h 1417287"/>
              <a:gd name="connsiteX9" fmla="*/ 1472577 w 1472577"/>
              <a:gd name="connsiteY9" fmla="*/ 100784 h 1417287"/>
              <a:gd name="connsiteX10" fmla="*/ 1472577 w 1472577"/>
              <a:gd name="connsiteY10" fmla="*/ 0 h 1417287"/>
              <a:gd name="connsiteX11" fmla="*/ 1367411 w 1472577"/>
              <a:gd name="connsiteY11" fmla="*/ 0 h 1417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72577" h="1417287">
                <a:moveTo>
                  <a:pt x="1367411" y="0"/>
                </a:moveTo>
                <a:lnTo>
                  <a:pt x="162002" y="0"/>
                </a:lnTo>
                <a:lnTo>
                  <a:pt x="266781" y="100784"/>
                </a:lnTo>
                <a:lnTo>
                  <a:pt x="1293305" y="100784"/>
                </a:lnTo>
                <a:lnTo>
                  <a:pt x="0" y="1346018"/>
                </a:lnTo>
                <a:lnTo>
                  <a:pt x="74492" y="1417288"/>
                </a:lnTo>
                <a:lnTo>
                  <a:pt x="1367411" y="172441"/>
                </a:lnTo>
                <a:lnTo>
                  <a:pt x="1367411" y="1164555"/>
                </a:lnTo>
                <a:lnTo>
                  <a:pt x="1472577" y="1256189"/>
                </a:lnTo>
                <a:lnTo>
                  <a:pt x="1472577" y="100784"/>
                </a:lnTo>
                <a:lnTo>
                  <a:pt x="1472577" y="0"/>
                </a:lnTo>
                <a:lnTo>
                  <a:pt x="1367411" y="0"/>
                </a:lnTo>
                <a:close/>
              </a:path>
            </a:pathLst>
          </a:custGeom>
          <a:solidFill>
            <a:srgbClr val="F0512C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E80CBB6-3B98-22CE-31A3-6DF1157E069F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50E9F-6473-F7A6-7C5C-75DB8F6D979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5109491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ernal Slide w/tex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reeform: Shape 54">
            <a:extLst>
              <a:ext uri="{FF2B5EF4-FFF2-40B4-BE49-F238E27FC236}">
                <a16:creationId xmlns:a16="http://schemas.microsoft.com/office/drawing/2014/main" id="{0B28F2D1-0450-9173-1799-FAAF547F3D2D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D329CF-2058-5444-6197-836A18C2751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6809D8-08F3-3C3E-A532-A1FC049D1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2" y="517794"/>
            <a:ext cx="4070350" cy="5727120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F73E556-955A-7C12-35AB-F8C217C888E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9871656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ernal Slide w/text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reeform: Shape 54">
            <a:extLst>
              <a:ext uri="{FF2B5EF4-FFF2-40B4-BE49-F238E27FC236}">
                <a16:creationId xmlns:a16="http://schemas.microsoft.com/office/drawing/2014/main" id="{6AE56EA0-D173-F25A-CFA3-9E364339CA75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B630C-1C51-3A96-DC67-4F60C60C4C7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1334F36-E631-69B0-5A4E-6FE9878F2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2" y="517794"/>
            <a:ext cx="4070350" cy="5727120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91E68D-B7A1-85CF-3F3E-DBBEA2EF628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4251009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l Slide w/text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5F8133F-ECAA-6B60-8231-63D7B57372C5}"/>
              </a:ext>
            </a:extLst>
          </p:cNvPr>
          <p:cNvSpPr/>
          <p:nvPr userDrawn="1"/>
        </p:nvSpPr>
        <p:spPr>
          <a:xfrm>
            <a:off x="0" y="0"/>
            <a:ext cx="12192000" cy="68686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reeform: Shape 54">
            <a:extLst>
              <a:ext uri="{FF2B5EF4-FFF2-40B4-BE49-F238E27FC236}">
                <a16:creationId xmlns:a16="http://schemas.microsoft.com/office/drawing/2014/main" id="{691EE3B5-4FBC-06F7-34D9-6D9EF2ABF31C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1CBBB2E-C622-2202-821E-E3FA8E3F4FA5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E2E9A8-DE4D-0203-CFA0-6C98829EE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2" y="517794"/>
            <a:ext cx="4070350" cy="5727120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FEC4438-1B2B-FCD7-77A7-439739D1300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6127786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Whit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FA23F0C-1911-661A-FC9B-A27C1F305449}"/>
              </a:ext>
            </a:extLst>
          </p:cNvPr>
          <p:cNvSpPr/>
          <p:nvPr userDrawn="1"/>
        </p:nvSpPr>
        <p:spPr>
          <a:xfrm>
            <a:off x="11267090" y="0"/>
            <a:ext cx="92491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DF29F394-EC6E-8834-E179-A8033F8FD8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414000" y="0"/>
            <a:ext cx="1778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0204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886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75962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White arrow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FA23F0C-1911-661A-FC9B-A27C1F305449}"/>
              </a:ext>
            </a:extLst>
          </p:cNvPr>
          <p:cNvSpPr/>
          <p:nvPr userDrawn="1"/>
        </p:nvSpPr>
        <p:spPr>
          <a:xfrm>
            <a:off x="11267090" y="0"/>
            <a:ext cx="92491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E88A30F-9265-BCE3-A615-A4C5CBA83D7F}"/>
              </a:ext>
            </a:extLst>
          </p:cNvPr>
          <p:cNvGrpSpPr/>
          <p:nvPr userDrawn="1"/>
        </p:nvGrpSpPr>
        <p:grpSpPr>
          <a:xfrm>
            <a:off x="10701084" y="97530"/>
            <a:ext cx="1493520" cy="6760470"/>
            <a:chOff x="10701084" y="97530"/>
            <a:chExt cx="1493520" cy="676047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888CD4B-7FA4-A02E-F15D-75A3248EC872}"/>
                </a:ext>
              </a:extLst>
            </p:cNvPr>
            <p:cNvGrpSpPr/>
            <p:nvPr/>
          </p:nvGrpSpPr>
          <p:grpSpPr>
            <a:xfrm>
              <a:off x="10787679" y="97530"/>
              <a:ext cx="1264298" cy="1005053"/>
              <a:chOff x="8867133" y="-492224"/>
              <a:chExt cx="1264298" cy="1005053"/>
            </a:xfrm>
          </p:grpSpPr>
          <p:sp>
            <p:nvSpPr>
              <p:cNvPr id="163" name="Freeform: Shape 131">
                <a:extLst>
                  <a:ext uri="{FF2B5EF4-FFF2-40B4-BE49-F238E27FC236}">
                    <a16:creationId xmlns:a16="http://schemas.microsoft.com/office/drawing/2014/main" id="{56B6B97A-4291-8C8E-2133-DCE9BFB369C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4" name="Freeform: Shape 132">
                <a:extLst>
                  <a:ext uri="{FF2B5EF4-FFF2-40B4-BE49-F238E27FC236}">
                    <a16:creationId xmlns:a16="http://schemas.microsoft.com/office/drawing/2014/main" id="{9BD29A5B-A2C9-79C3-62EA-DF67CEACA78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5" name="Freeform: Shape 133">
                <a:extLst>
                  <a:ext uri="{FF2B5EF4-FFF2-40B4-BE49-F238E27FC236}">
                    <a16:creationId xmlns:a16="http://schemas.microsoft.com/office/drawing/2014/main" id="{5F8094F7-DE68-381A-4345-11DA72CDEB52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6" name="Freeform: Shape 134">
                <a:extLst>
                  <a:ext uri="{FF2B5EF4-FFF2-40B4-BE49-F238E27FC236}">
                    <a16:creationId xmlns:a16="http://schemas.microsoft.com/office/drawing/2014/main" id="{8A2958D4-6C2A-5AF5-B498-0F6CA9122759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7" name="Freeform: Shape 135">
                <a:extLst>
                  <a:ext uri="{FF2B5EF4-FFF2-40B4-BE49-F238E27FC236}">
                    <a16:creationId xmlns:a16="http://schemas.microsoft.com/office/drawing/2014/main" id="{67CE069C-5EF1-96EF-C09E-6C40CC733291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8" name="Freeform: Shape 136">
                <a:extLst>
                  <a:ext uri="{FF2B5EF4-FFF2-40B4-BE49-F238E27FC236}">
                    <a16:creationId xmlns:a16="http://schemas.microsoft.com/office/drawing/2014/main" id="{EDB14819-E4FD-5089-9679-A257326AA753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9" name="Freeform: Shape 137">
                <a:extLst>
                  <a:ext uri="{FF2B5EF4-FFF2-40B4-BE49-F238E27FC236}">
                    <a16:creationId xmlns:a16="http://schemas.microsoft.com/office/drawing/2014/main" id="{0B35647A-9CB2-65AD-2CF8-974B14DB973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0" name="Freeform: Shape 138">
                <a:extLst>
                  <a:ext uri="{FF2B5EF4-FFF2-40B4-BE49-F238E27FC236}">
                    <a16:creationId xmlns:a16="http://schemas.microsoft.com/office/drawing/2014/main" id="{ED9397FD-B0E3-782D-95F1-A136B0339170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1" name="Freeform: Shape 139">
                <a:extLst>
                  <a:ext uri="{FF2B5EF4-FFF2-40B4-BE49-F238E27FC236}">
                    <a16:creationId xmlns:a16="http://schemas.microsoft.com/office/drawing/2014/main" id="{F1CB5C14-5128-09B1-9870-42A50C1D42C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2" name="Freeform: Shape 140">
                <a:extLst>
                  <a:ext uri="{FF2B5EF4-FFF2-40B4-BE49-F238E27FC236}">
                    <a16:creationId xmlns:a16="http://schemas.microsoft.com/office/drawing/2014/main" id="{DB3DB1EF-FA16-5A3F-3B45-071DA4A7BE47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3" name="Freeform: Shape 141">
                <a:extLst>
                  <a:ext uri="{FF2B5EF4-FFF2-40B4-BE49-F238E27FC236}">
                    <a16:creationId xmlns:a16="http://schemas.microsoft.com/office/drawing/2014/main" id="{CC54C7CE-404C-E167-664F-BF70A5EA14C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4" name="Freeform: Shape 142">
                <a:extLst>
                  <a:ext uri="{FF2B5EF4-FFF2-40B4-BE49-F238E27FC236}">
                    <a16:creationId xmlns:a16="http://schemas.microsoft.com/office/drawing/2014/main" id="{3D72C6C5-C5A4-3896-9C85-678C226D2465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5" name="Freeform: Shape 143">
                <a:extLst>
                  <a:ext uri="{FF2B5EF4-FFF2-40B4-BE49-F238E27FC236}">
                    <a16:creationId xmlns:a16="http://schemas.microsoft.com/office/drawing/2014/main" id="{F7D6502B-F2CC-DC0F-6F08-CD7ED298CB47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6" name="Freeform: Shape 144">
                <a:extLst>
                  <a:ext uri="{FF2B5EF4-FFF2-40B4-BE49-F238E27FC236}">
                    <a16:creationId xmlns:a16="http://schemas.microsoft.com/office/drawing/2014/main" id="{9C07EC7B-908F-8CB9-A129-82817A7F699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7" name="Freeform: Shape 145">
                <a:extLst>
                  <a:ext uri="{FF2B5EF4-FFF2-40B4-BE49-F238E27FC236}">
                    <a16:creationId xmlns:a16="http://schemas.microsoft.com/office/drawing/2014/main" id="{949E6842-769D-A768-363B-5B48E9D824B7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8" name="Freeform: Shape 146">
                <a:extLst>
                  <a:ext uri="{FF2B5EF4-FFF2-40B4-BE49-F238E27FC236}">
                    <a16:creationId xmlns:a16="http://schemas.microsoft.com/office/drawing/2014/main" id="{FC50AC8C-FDCD-8C96-EE92-FADAE78E66E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9" name="Freeform: Shape 147">
                <a:extLst>
                  <a:ext uri="{FF2B5EF4-FFF2-40B4-BE49-F238E27FC236}">
                    <a16:creationId xmlns:a16="http://schemas.microsoft.com/office/drawing/2014/main" id="{3F6A2A4F-46BE-A5E3-F6EA-5170A15152B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0" name="Freeform: Shape 148">
                <a:extLst>
                  <a:ext uri="{FF2B5EF4-FFF2-40B4-BE49-F238E27FC236}">
                    <a16:creationId xmlns:a16="http://schemas.microsoft.com/office/drawing/2014/main" id="{EBEC3D6D-F6F5-7181-3879-BCA7F76FDB49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1" name="Freeform: Shape 149">
                <a:extLst>
                  <a:ext uri="{FF2B5EF4-FFF2-40B4-BE49-F238E27FC236}">
                    <a16:creationId xmlns:a16="http://schemas.microsoft.com/office/drawing/2014/main" id="{C13EA495-B33A-EEC9-F969-AC17EE4FC0CD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2" name="Freeform: Shape 150">
                <a:extLst>
                  <a:ext uri="{FF2B5EF4-FFF2-40B4-BE49-F238E27FC236}">
                    <a16:creationId xmlns:a16="http://schemas.microsoft.com/office/drawing/2014/main" id="{66E3145D-F4C8-9EF6-62E2-052167233FFF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3" name="Freeform: Shape 151">
                <a:extLst>
                  <a:ext uri="{FF2B5EF4-FFF2-40B4-BE49-F238E27FC236}">
                    <a16:creationId xmlns:a16="http://schemas.microsoft.com/office/drawing/2014/main" id="{0BA1163B-D982-6E2C-0F43-6F30E3E3824C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4" name="Freeform: Shape 152">
                <a:extLst>
                  <a:ext uri="{FF2B5EF4-FFF2-40B4-BE49-F238E27FC236}">
                    <a16:creationId xmlns:a16="http://schemas.microsoft.com/office/drawing/2014/main" id="{7FF982EA-4082-B680-53E8-42DB03DC0E23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5" name="Freeform: Shape 153">
                <a:extLst>
                  <a:ext uri="{FF2B5EF4-FFF2-40B4-BE49-F238E27FC236}">
                    <a16:creationId xmlns:a16="http://schemas.microsoft.com/office/drawing/2014/main" id="{3DC9F143-8148-43AE-6F69-ACD4FD11B727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6" name="Freeform: Shape 154">
                <a:extLst>
                  <a:ext uri="{FF2B5EF4-FFF2-40B4-BE49-F238E27FC236}">
                    <a16:creationId xmlns:a16="http://schemas.microsoft.com/office/drawing/2014/main" id="{964E931C-EE88-D315-4907-863EA95A25ED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7" name="Freeform: Shape 155">
                <a:extLst>
                  <a:ext uri="{FF2B5EF4-FFF2-40B4-BE49-F238E27FC236}">
                    <a16:creationId xmlns:a16="http://schemas.microsoft.com/office/drawing/2014/main" id="{5A08AB21-80C4-D56B-B127-CF280BF371DD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8" name="Freeform: Shape 156">
                <a:extLst>
                  <a:ext uri="{FF2B5EF4-FFF2-40B4-BE49-F238E27FC236}">
                    <a16:creationId xmlns:a16="http://schemas.microsoft.com/office/drawing/2014/main" id="{DF0184FC-6011-94BE-57F3-8B614267718F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9" name="Freeform: Shape 157">
                <a:extLst>
                  <a:ext uri="{FF2B5EF4-FFF2-40B4-BE49-F238E27FC236}">
                    <a16:creationId xmlns:a16="http://schemas.microsoft.com/office/drawing/2014/main" id="{A929F709-F2DF-E0CB-1806-9F3FFC48298A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0" name="Freeform: Shape 158">
                <a:extLst>
                  <a:ext uri="{FF2B5EF4-FFF2-40B4-BE49-F238E27FC236}">
                    <a16:creationId xmlns:a16="http://schemas.microsoft.com/office/drawing/2014/main" id="{E0596825-A9E1-2E01-0F2B-E05D485DC54D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1" name="Freeform: Shape 159">
                <a:extLst>
                  <a:ext uri="{FF2B5EF4-FFF2-40B4-BE49-F238E27FC236}">
                    <a16:creationId xmlns:a16="http://schemas.microsoft.com/office/drawing/2014/main" id="{7034EA74-C26A-1C55-865A-849AC1CCEF49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2" name="Freeform: Shape 160">
                <a:extLst>
                  <a:ext uri="{FF2B5EF4-FFF2-40B4-BE49-F238E27FC236}">
                    <a16:creationId xmlns:a16="http://schemas.microsoft.com/office/drawing/2014/main" id="{50B59498-F10C-EE70-EE6E-786EE4F9A83D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F6DAF68-D073-21C0-20B7-AFB7F0F6C27A}"/>
                </a:ext>
              </a:extLst>
            </p:cNvPr>
            <p:cNvGrpSpPr/>
            <p:nvPr/>
          </p:nvGrpSpPr>
          <p:grpSpPr>
            <a:xfrm>
              <a:off x="10787679" y="1260775"/>
              <a:ext cx="1264298" cy="1005053"/>
              <a:chOff x="8867133" y="-492224"/>
              <a:chExt cx="1264298" cy="1005053"/>
            </a:xfrm>
          </p:grpSpPr>
          <p:sp>
            <p:nvSpPr>
              <p:cNvPr id="133" name="Freeform: Shape 131">
                <a:extLst>
                  <a:ext uri="{FF2B5EF4-FFF2-40B4-BE49-F238E27FC236}">
                    <a16:creationId xmlns:a16="http://schemas.microsoft.com/office/drawing/2014/main" id="{520CB969-C85C-AAD1-71B8-0653FD5E0A56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4" name="Freeform: Shape 132">
                <a:extLst>
                  <a:ext uri="{FF2B5EF4-FFF2-40B4-BE49-F238E27FC236}">
                    <a16:creationId xmlns:a16="http://schemas.microsoft.com/office/drawing/2014/main" id="{332CDA43-1BC7-D15E-6372-E35F24C12F24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5" name="Freeform: Shape 133">
                <a:extLst>
                  <a:ext uri="{FF2B5EF4-FFF2-40B4-BE49-F238E27FC236}">
                    <a16:creationId xmlns:a16="http://schemas.microsoft.com/office/drawing/2014/main" id="{A8322AA3-A0E2-8FA9-4907-62AA83F5925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6" name="Freeform: Shape 134">
                <a:extLst>
                  <a:ext uri="{FF2B5EF4-FFF2-40B4-BE49-F238E27FC236}">
                    <a16:creationId xmlns:a16="http://schemas.microsoft.com/office/drawing/2014/main" id="{CD2E92E2-A6A5-421E-07EC-67510C893E8E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7" name="Freeform: Shape 135">
                <a:extLst>
                  <a:ext uri="{FF2B5EF4-FFF2-40B4-BE49-F238E27FC236}">
                    <a16:creationId xmlns:a16="http://schemas.microsoft.com/office/drawing/2014/main" id="{7C5136ED-9271-FEB3-E689-E74DB07EE59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8" name="Freeform: Shape 136">
                <a:extLst>
                  <a:ext uri="{FF2B5EF4-FFF2-40B4-BE49-F238E27FC236}">
                    <a16:creationId xmlns:a16="http://schemas.microsoft.com/office/drawing/2014/main" id="{6946669F-5EB3-B6C3-FDF9-0682F9E8512B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9" name="Freeform: Shape 137">
                <a:extLst>
                  <a:ext uri="{FF2B5EF4-FFF2-40B4-BE49-F238E27FC236}">
                    <a16:creationId xmlns:a16="http://schemas.microsoft.com/office/drawing/2014/main" id="{CAEB37A5-447D-5E34-AD4E-F562D57F8F0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0" name="Freeform: Shape 138">
                <a:extLst>
                  <a:ext uri="{FF2B5EF4-FFF2-40B4-BE49-F238E27FC236}">
                    <a16:creationId xmlns:a16="http://schemas.microsoft.com/office/drawing/2014/main" id="{CBEEA2A6-29CB-213B-2958-258B8E97770B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1" name="Freeform: Shape 139">
                <a:extLst>
                  <a:ext uri="{FF2B5EF4-FFF2-40B4-BE49-F238E27FC236}">
                    <a16:creationId xmlns:a16="http://schemas.microsoft.com/office/drawing/2014/main" id="{DCD09A83-EA0C-C69A-939F-14808EDD763B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2" name="Freeform: Shape 140">
                <a:extLst>
                  <a:ext uri="{FF2B5EF4-FFF2-40B4-BE49-F238E27FC236}">
                    <a16:creationId xmlns:a16="http://schemas.microsoft.com/office/drawing/2014/main" id="{E186D42B-2A6D-65B1-7BDE-A61252FB616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3" name="Freeform: Shape 141">
                <a:extLst>
                  <a:ext uri="{FF2B5EF4-FFF2-40B4-BE49-F238E27FC236}">
                    <a16:creationId xmlns:a16="http://schemas.microsoft.com/office/drawing/2014/main" id="{D07BEF57-FCC0-DD8D-862B-C01D2B9CDC26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4" name="Freeform: Shape 142">
                <a:extLst>
                  <a:ext uri="{FF2B5EF4-FFF2-40B4-BE49-F238E27FC236}">
                    <a16:creationId xmlns:a16="http://schemas.microsoft.com/office/drawing/2014/main" id="{1500FAB2-AA7D-C39D-63C4-C9BA6F24543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5" name="Freeform: Shape 143">
                <a:extLst>
                  <a:ext uri="{FF2B5EF4-FFF2-40B4-BE49-F238E27FC236}">
                    <a16:creationId xmlns:a16="http://schemas.microsoft.com/office/drawing/2014/main" id="{FEEF5E23-9D10-1818-941F-F885CED31286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6" name="Freeform: Shape 144">
                <a:extLst>
                  <a:ext uri="{FF2B5EF4-FFF2-40B4-BE49-F238E27FC236}">
                    <a16:creationId xmlns:a16="http://schemas.microsoft.com/office/drawing/2014/main" id="{3CF334B8-EF72-1F48-987D-E73318B91E93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7" name="Freeform: Shape 145">
                <a:extLst>
                  <a:ext uri="{FF2B5EF4-FFF2-40B4-BE49-F238E27FC236}">
                    <a16:creationId xmlns:a16="http://schemas.microsoft.com/office/drawing/2014/main" id="{27E4791C-B151-C8B9-64FC-D9D6C772A29E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8" name="Freeform: Shape 146">
                <a:extLst>
                  <a:ext uri="{FF2B5EF4-FFF2-40B4-BE49-F238E27FC236}">
                    <a16:creationId xmlns:a16="http://schemas.microsoft.com/office/drawing/2014/main" id="{70555BFE-5550-992E-5191-4DA466F2E00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9" name="Freeform: Shape 147">
                <a:extLst>
                  <a:ext uri="{FF2B5EF4-FFF2-40B4-BE49-F238E27FC236}">
                    <a16:creationId xmlns:a16="http://schemas.microsoft.com/office/drawing/2014/main" id="{AEF54566-4562-FC20-0DB1-809E3791A91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0" name="Freeform: Shape 148">
                <a:extLst>
                  <a:ext uri="{FF2B5EF4-FFF2-40B4-BE49-F238E27FC236}">
                    <a16:creationId xmlns:a16="http://schemas.microsoft.com/office/drawing/2014/main" id="{A0AC34BE-C0C6-49D1-2EB6-8AD514D26792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1" name="Freeform: Shape 149">
                <a:extLst>
                  <a:ext uri="{FF2B5EF4-FFF2-40B4-BE49-F238E27FC236}">
                    <a16:creationId xmlns:a16="http://schemas.microsoft.com/office/drawing/2014/main" id="{9FD45D6F-FF68-4162-E44F-796F199F5F8E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2" name="Freeform: Shape 150">
                <a:extLst>
                  <a:ext uri="{FF2B5EF4-FFF2-40B4-BE49-F238E27FC236}">
                    <a16:creationId xmlns:a16="http://schemas.microsoft.com/office/drawing/2014/main" id="{DE31656C-78D4-B214-39D1-94D2B2AADCC4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3" name="Freeform: Shape 151">
                <a:extLst>
                  <a:ext uri="{FF2B5EF4-FFF2-40B4-BE49-F238E27FC236}">
                    <a16:creationId xmlns:a16="http://schemas.microsoft.com/office/drawing/2014/main" id="{B968E7FA-4B62-9B0E-1CAD-EAD7F545447A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4" name="Freeform: Shape 152">
                <a:extLst>
                  <a:ext uri="{FF2B5EF4-FFF2-40B4-BE49-F238E27FC236}">
                    <a16:creationId xmlns:a16="http://schemas.microsoft.com/office/drawing/2014/main" id="{F687CE48-2731-7EF3-58F4-1EEC38F77E4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5" name="Freeform: Shape 153">
                <a:extLst>
                  <a:ext uri="{FF2B5EF4-FFF2-40B4-BE49-F238E27FC236}">
                    <a16:creationId xmlns:a16="http://schemas.microsoft.com/office/drawing/2014/main" id="{B3B9572D-83B3-A012-EAA8-C6AA68AF233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6" name="Freeform: Shape 154">
                <a:extLst>
                  <a:ext uri="{FF2B5EF4-FFF2-40B4-BE49-F238E27FC236}">
                    <a16:creationId xmlns:a16="http://schemas.microsoft.com/office/drawing/2014/main" id="{6699C170-539E-0164-76B7-090E2703349F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7" name="Freeform: Shape 155">
                <a:extLst>
                  <a:ext uri="{FF2B5EF4-FFF2-40B4-BE49-F238E27FC236}">
                    <a16:creationId xmlns:a16="http://schemas.microsoft.com/office/drawing/2014/main" id="{FF93B785-F15C-DB38-D0B7-A43F181CF782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8" name="Freeform: Shape 156">
                <a:extLst>
                  <a:ext uri="{FF2B5EF4-FFF2-40B4-BE49-F238E27FC236}">
                    <a16:creationId xmlns:a16="http://schemas.microsoft.com/office/drawing/2014/main" id="{A890194D-09B1-5713-0046-E676BD8DD627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9" name="Freeform: Shape 157">
                <a:extLst>
                  <a:ext uri="{FF2B5EF4-FFF2-40B4-BE49-F238E27FC236}">
                    <a16:creationId xmlns:a16="http://schemas.microsoft.com/office/drawing/2014/main" id="{52C3C080-52DB-8623-94C1-99B1C5433814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0" name="Freeform: Shape 158">
                <a:extLst>
                  <a:ext uri="{FF2B5EF4-FFF2-40B4-BE49-F238E27FC236}">
                    <a16:creationId xmlns:a16="http://schemas.microsoft.com/office/drawing/2014/main" id="{0764D90B-B992-2851-7FB3-A40B779C9AF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1" name="Freeform: Shape 159">
                <a:extLst>
                  <a:ext uri="{FF2B5EF4-FFF2-40B4-BE49-F238E27FC236}">
                    <a16:creationId xmlns:a16="http://schemas.microsoft.com/office/drawing/2014/main" id="{4DD70F15-0946-8C90-D7A7-C2EA1125AAE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2" name="Freeform: Shape 160">
                <a:extLst>
                  <a:ext uri="{FF2B5EF4-FFF2-40B4-BE49-F238E27FC236}">
                    <a16:creationId xmlns:a16="http://schemas.microsoft.com/office/drawing/2014/main" id="{B82C1C03-D64D-AC6A-748C-9B2124EE6218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F7255A2-752F-85BD-BADD-256B41ED5BB6}"/>
                </a:ext>
              </a:extLst>
            </p:cNvPr>
            <p:cNvGrpSpPr/>
            <p:nvPr/>
          </p:nvGrpSpPr>
          <p:grpSpPr>
            <a:xfrm>
              <a:off x="10787679" y="2413972"/>
              <a:ext cx="1264298" cy="1005053"/>
              <a:chOff x="8867133" y="-492224"/>
              <a:chExt cx="1264298" cy="1005053"/>
            </a:xfrm>
          </p:grpSpPr>
          <p:sp>
            <p:nvSpPr>
              <p:cNvPr id="103" name="Freeform: Shape 131">
                <a:extLst>
                  <a:ext uri="{FF2B5EF4-FFF2-40B4-BE49-F238E27FC236}">
                    <a16:creationId xmlns:a16="http://schemas.microsoft.com/office/drawing/2014/main" id="{2EA77D5A-7469-D1AB-AF1D-52E8E5B0631A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4" name="Freeform: Shape 132">
                <a:extLst>
                  <a:ext uri="{FF2B5EF4-FFF2-40B4-BE49-F238E27FC236}">
                    <a16:creationId xmlns:a16="http://schemas.microsoft.com/office/drawing/2014/main" id="{67780946-836D-EE96-E09D-8AC4B30016A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5" name="Freeform: Shape 133">
                <a:extLst>
                  <a:ext uri="{FF2B5EF4-FFF2-40B4-BE49-F238E27FC236}">
                    <a16:creationId xmlns:a16="http://schemas.microsoft.com/office/drawing/2014/main" id="{A0E4A56D-06C9-FADE-8C06-59D92FF4A29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6" name="Freeform: Shape 134">
                <a:extLst>
                  <a:ext uri="{FF2B5EF4-FFF2-40B4-BE49-F238E27FC236}">
                    <a16:creationId xmlns:a16="http://schemas.microsoft.com/office/drawing/2014/main" id="{CC26B048-C071-BD27-D439-C7FAECF15DE3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7" name="Freeform: Shape 135">
                <a:extLst>
                  <a:ext uri="{FF2B5EF4-FFF2-40B4-BE49-F238E27FC236}">
                    <a16:creationId xmlns:a16="http://schemas.microsoft.com/office/drawing/2014/main" id="{1370A7F9-121F-EF4C-1CA9-333A4024D972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8" name="Freeform: Shape 136">
                <a:extLst>
                  <a:ext uri="{FF2B5EF4-FFF2-40B4-BE49-F238E27FC236}">
                    <a16:creationId xmlns:a16="http://schemas.microsoft.com/office/drawing/2014/main" id="{D2005AFE-C8E5-9B26-B3C0-0EE3E2EA460F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9" name="Freeform: Shape 137">
                <a:extLst>
                  <a:ext uri="{FF2B5EF4-FFF2-40B4-BE49-F238E27FC236}">
                    <a16:creationId xmlns:a16="http://schemas.microsoft.com/office/drawing/2014/main" id="{75A320E4-B9D5-B37A-2321-D7BD826CE3F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0" name="Freeform: Shape 138">
                <a:extLst>
                  <a:ext uri="{FF2B5EF4-FFF2-40B4-BE49-F238E27FC236}">
                    <a16:creationId xmlns:a16="http://schemas.microsoft.com/office/drawing/2014/main" id="{1B426086-3F8C-A735-F1FD-BDB2E4DDC2E4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1" name="Freeform: Shape 139">
                <a:extLst>
                  <a:ext uri="{FF2B5EF4-FFF2-40B4-BE49-F238E27FC236}">
                    <a16:creationId xmlns:a16="http://schemas.microsoft.com/office/drawing/2014/main" id="{69365EBB-9388-36ED-9AFD-212349C40F24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2" name="Freeform: Shape 140">
                <a:extLst>
                  <a:ext uri="{FF2B5EF4-FFF2-40B4-BE49-F238E27FC236}">
                    <a16:creationId xmlns:a16="http://schemas.microsoft.com/office/drawing/2014/main" id="{A346490D-DD83-4C5E-66D2-F11AAC40502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3" name="Freeform: Shape 141">
                <a:extLst>
                  <a:ext uri="{FF2B5EF4-FFF2-40B4-BE49-F238E27FC236}">
                    <a16:creationId xmlns:a16="http://schemas.microsoft.com/office/drawing/2014/main" id="{20B6EFDA-9E1F-0F19-BDFC-B2EE2C3C474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4" name="Freeform: Shape 142">
                <a:extLst>
                  <a:ext uri="{FF2B5EF4-FFF2-40B4-BE49-F238E27FC236}">
                    <a16:creationId xmlns:a16="http://schemas.microsoft.com/office/drawing/2014/main" id="{1978A77E-9036-2240-53B2-DDDB4C0AB712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5" name="Freeform: Shape 143">
                <a:extLst>
                  <a:ext uri="{FF2B5EF4-FFF2-40B4-BE49-F238E27FC236}">
                    <a16:creationId xmlns:a16="http://schemas.microsoft.com/office/drawing/2014/main" id="{33335B9D-B51B-0DAA-348D-46CCB8945981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6" name="Freeform: Shape 144">
                <a:extLst>
                  <a:ext uri="{FF2B5EF4-FFF2-40B4-BE49-F238E27FC236}">
                    <a16:creationId xmlns:a16="http://schemas.microsoft.com/office/drawing/2014/main" id="{A91E8A9E-DDAE-0C78-7988-B20D051F7B22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7" name="Freeform: Shape 145">
                <a:extLst>
                  <a:ext uri="{FF2B5EF4-FFF2-40B4-BE49-F238E27FC236}">
                    <a16:creationId xmlns:a16="http://schemas.microsoft.com/office/drawing/2014/main" id="{C5008E07-F04C-E323-B702-27F33C81D615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8" name="Freeform: Shape 146">
                <a:extLst>
                  <a:ext uri="{FF2B5EF4-FFF2-40B4-BE49-F238E27FC236}">
                    <a16:creationId xmlns:a16="http://schemas.microsoft.com/office/drawing/2014/main" id="{9EF0C182-1AF9-699F-BA0F-C1A36B46A65A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9" name="Freeform: Shape 147">
                <a:extLst>
                  <a:ext uri="{FF2B5EF4-FFF2-40B4-BE49-F238E27FC236}">
                    <a16:creationId xmlns:a16="http://schemas.microsoft.com/office/drawing/2014/main" id="{2FF54546-0B2C-A919-56C2-82983C5532FB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0" name="Freeform: Shape 148">
                <a:extLst>
                  <a:ext uri="{FF2B5EF4-FFF2-40B4-BE49-F238E27FC236}">
                    <a16:creationId xmlns:a16="http://schemas.microsoft.com/office/drawing/2014/main" id="{752F0D6D-D942-DFA4-F692-04C05077CECE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1" name="Freeform: Shape 149">
                <a:extLst>
                  <a:ext uri="{FF2B5EF4-FFF2-40B4-BE49-F238E27FC236}">
                    <a16:creationId xmlns:a16="http://schemas.microsoft.com/office/drawing/2014/main" id="{EB28515A-50A3-2D24-8056-CF69709A52D9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2" name="Freeform: Shape 150">
                <a:extLst>
                  <a:ext uri="{FF2B5EF4-FFF2-40B4-BE49-F238E27FC236}">
                    <a16:creationId xmlns:a16="http://schemas.microsoft.com/office/drawing/2014/main" id="{175FEC2C-2712-ED8A-06E6-E06D42C38D61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3" name="Freeform: Shape 151">
                <a:extLst>
                  <a:ext uri="{FF2B5EF4-FFF2-40B4-BE49-F238E27FC236}">
                    <a16:creationId xmlns:a16="http://schemas.microsoft.com/office/drawing/2014/main" id="{FE6F5A0C-3C2F-A528-7063-7D65EC725300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4" name="Freeform: Shape 152">
                <a:extLst>
                  <a:ext uri="{FF2B5EF4-FFF2-40B4-BE49-F238E27FC236}">
                    <a16:creationId xmlns:a16="http://schemas.microsoft.com/office/drawing/2014/main" id="{25B2B18A-6144-1847-C5BC-B4B875964D35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5" name="Freeform: Shape 153">
                <a:extLst>
                  <a:ext uri="{FF2B5EF4-FFF2-40B4-BE49-F238E27FC236}">
                    <a16:creationId xmlns:a16="http://schemas.microsoft.com/office/drawing/2014/main" id="{8247284C-1924-6C97-9F4F-DF73F92653BB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6" name="Freeform: Shape 154">
                <a:extLst>
                  <a:ext uri="{FF2B5EF4-FFF2-40B4-BE49-F238E27FC236}">
                    <a16:creationId xmlns:a16="http://schemas.microsoft.com/office/drawing/2014/main" id="{DF01EFC6-A335-DC7E-A072-EEE5DBCCA181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7" name="Freeform: Shape 155">
                <a:extLst>
                  <a:ext uri="{FF2B5EF4-FFF2-40B4-BE49-F238E27FC236}">
                    <a16:creationId xmlns:a16="http://schemas.microsoft.com/office/drawing/2014/main" id="{7D44B5C9-535D-9087-BFD9-2DB39534DD91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8" name="Freeform: Shape 156">
                <a:extLst>
                  <a:ext uri="{FF2B5EF4-FFF2-40B4-BE49-F238E27FC236}">
                    <a16:creationId xmlns:a16="http://schemas.microsoft.com/office/drawing/2014/main" id="{36E1419E-BB62-CEDC-2BC6-533C07B7FAA3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9" name="Freeform: Shape 157">
                <a:extLst>
                  <a:ext uri="{FF2B5EF4-FFF2-40B4-BE49-F238E27FC236}">
                    <a16:creationId xmlns:a16="http://schemas.microsoft.com/office/drawing/2014/main" id="{5322FC12-FE3D-AC9D-5EDF-D437918E4869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0" name="Freeform: Shape 158">
                <a:extLst>
                  <a:ext uri="{FF2B5EF4-FFF2-40B4-BE49-F238E27FC236}">
                    <a16:creationId xmlns:a16="http://schemas.microsoft.com/office/drawing/2014/main" id="{471BAB77-EF13-49D6-627F-1CA8F380C19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1" name="Freeform: Shape 159">
                <a:extLst>
                  <a:ext uri="{FF2B5EF4-FFF2-40B4-BE49-F238E27FC236}">
                    <a16:creationId xmlns:a16="http://schemas.microsoft.com/office/drawing/2014/main" id="{0D13CE8F-E5CC-11EB-EC8C-27892F06B4C3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2" name="Freeform: Shape 160">
                <a:extLst>
                  <a:ext uri="{FF2B5EF4-FFF2-40B4-BE49-F238E27FC236}">
                    <a16:creationId xmlns:a16="http://schemas.microsoft.com/office/drawing/2014/main" id="{F677A8E7-2F80-A706-3CA9-5EB654116E2B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9E08A17-80FB-3A1F-5628-13A8CDBC5316}"/>
                </a:ext>
              </a:extLst>
            </p:cNvPr>
            <p:cNvGrpSpPr/>
            <p:nvPr/>
          </p:nvGrpSpPr>
          <p:grpSpPr>
            <a:xfrm>
              <a:off x="10787679" y="3577217"/>
              <a:ext cx="1264298" cy="1005053"/>
              <a:chOff x="8867133" y="-492224"/>
              <a:chExt cx="1264298" cy="1005053"/>
            </a:xfrm>
          </p:grpSpPr>
          <p:sp>
            <p:nvSpPr>
              <p:cNvPr id="73" name="Freeform: Shape 131">
                <a:extLst>
                  <a:ext uri="{FF2B5EF4-FFF2-40B4-BE49-F238E27FC236}">
                    <a16:creationId xmlns:a16="http://schemas.microsoft.com/office/drawing/2014/main" id="{F2022DE9-0446-F267-BC09-3AB5CD14A8D5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4" name="Freeform: Shape 132">
                <a:extLst>
                  <a:ext uri="{FF2B5EF4-FFF2-40B4-BE49-F238E27FC236}">
                    <a16:creationId xmlns:a16="http://schemas.microsoft.com/office/drawing/2014/main" id="{AE4B307A-D4CD-8C68-7DF9-A32FCE525B0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5" name="Freeform: Shape 133">
                <a:extLst>
                  <a:ext uri="{FF2B5EF4-FFF2-40B4-BE49-F238E27FC236}">
                    <a16:creationId xmlns:a16="http://schemas.microsoft.com/office/drawing/2014/main" id="{53953F62-3C04-4A22-368F-818A8B61EAB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6" name="Freeform: Shape 134">
                <a:extLst>
                  <a:ext uri="{FF2B5EF4-FFF2-40B4-BE49-F238E27FC236}">
                    <a16:creationId xmlns:a16="http://schemas.microsoft.com/office/drawing/2014/main" id="{33A2A415-976E-C4DE-9482-DFCF9E3632B0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7" name="Freeform: Shape 135">
                <a:extLst>
                  <a:ext uri="{FF2B5EF4-FFF2-40B4-BE49-F238E27FC236}">
                    <a16:creationId xmlns:a16="http://schemas.microsoft.com/office/drawing/2014/main" id="{7E75601B-6184-E09E-F3DC-04F244FED77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8" name="Freeform: Shape 136">
                <a:extLst>
                  <a:ext uri="{FF2B5EF4-FFF2-40B4-BE49-F238E27FC236}">
                    <a16:creationId xmlns:a16="http://schemas.microsoft.com/office/drawing/2014/main" id="{64292F92-E7C1-4D02-1F6B-1BE2CBF907A0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9" name="Freeform: Shape 137">
                <a:extLst>
                  <a:ext uri="{FF2B5EF4-FFF2-40B4-BE49-F238E27FC236}">
                    <a16:creationId xmlns:a16="http://schemas.microsoft.com/office/drawing/2014/main" id="{E224D295-6327-EAB1-AE41-A8CB761ABC14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0" name="Freeform: Shape 138">
                <a:extLst>
                  <a:ext uri="{FF2B5EF4-FFF2-40B4-BE49-F238E27FC236}">
                    <a16:creationId xmlns:a16="http://schemas.microsoft.com/office/drawing/2014/main" id="{2D6ED58D-F745-0BA8-D7DB-D57830C02ED8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1" name="Freeform: Shape 139">
                <a:extLst>
                  <a:ext uri="{FF2B5EF4-FFF2-40B4-BE49-F238E27FC236}">
                    <a16:creationId xmlns:a16="http://schemas.microsoft.com/office/drawing/2014/main" id="{4E010406-0BAE-28D7-9D57-4C619D8C476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2" name="Freeform: Shape 140">
                <a:extLst>
                  <a:ext uri="{FF2B5EF4-FFF2-40B4-BE49-F238E27FC236}">
                    <a16:creationId xmlns:a16="http://schemas.microsoft.com/office/drawing/2014/main" id="{58040611-3ADF-673D-3E1F-00A55ACF5C6C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3" name="Freeform: Shape 141">
                <a:extLst>
                  <a:ext uri="{FF2B5EF4-FFF2-40B4-BE49-F238E27FC236}">
                    <a16:creationId xmlns:a16="http://schemas.microsoft.com/office/drawing/2014/main" id="{5CC06417-AB3B-8ABC-0140-FE93805C96E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4" name="Freeform: Shape 142">
                <a:extLst>
                  <a:ext uri="{FF2B5EF4-FFF2-40B4-BE49-F238E27FC236}">
                    <a16:creationId xmlns:a16="http://schemas.microsoft.com/office/drawing/2014/main" id="{90E191B6-BDF1-9367-BBD4-8B8A8EA827F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5" name="Freeform: Shape 143">
                <a:extLst>
                  <a:ext uri="{FF2B5EF4-FFF2-40B4-BE49-F238E27FC236}">
                    <a16:creationId xmlns:a16="http://schemas.microsoft.com/office/drawing/2014/main" id="{1E031F86-A49D-02DC-E638-56CF334795FD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6" name="Freeform: Shape 144">
                <a:extLst>
                  <a:ext uri="{FF2B5EF4-FFF2-40B4-BE49-F238E27FC236}">
                    <a16:creationId xmlns:a16="http://schemas.microsoft.com/office/drawing/2014/main" id="{611B6B26-108C-79B5-9B46-DE8F7EADBA84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7" name="Freeform: Shape 145">
                <a:extLst>
                  <a:ext uri="{FF2B5EF4-FFF2-40B4-BE49-F238E27FC236}">
                    <a16:creationId xmlns:a16="http://schemas.microsoft.com/office/drawing/2014/main" id="{674966C4-D26E-F086-E35E-5AE0C859B710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8" name="Freeform: Shape 146">
                <a:extLst>
                  <a:ext uri="{FF2B5EF4-FFF2-40B4-BE49-F238E27FC236}">
                    <a16:creationId xmlns:a16="http://schemas.microsoft.com/office/drawing/2014/main" id="{59DE8EF9-BE07-9634-8230-FC6599FA2170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9" name="Freeform: Shape 147">
                <a:extLst>
                  <a:ext uri="{FF2B5EF4-FFF2-40B4-BE49-F238E27FC236}">
                    <a16:creationId xmlns:a16="http://schemas.microsoft.com/office/drawing/2014/main" id="{39BAB499-D8AA-40C8-6255-01C16772708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0" name="Freeform: Shape 148">
                <a:extLst>
                  <a:ext uri="{FF2B5EF4-FFF2-40B4-BE49-F238E27FC236}">
                    <a16:creationId xmlns:a16="http://schemas.microsoft.com/office/drawing/2014/main" id="{4AC95537-8D5F-AF0D-4634-19358EE3DC0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1" name="Freeform: Shape 149">
                <a:extLst>
                  <a:ext uri="{FF2B5EF4-FFF2-40B4-BE49-F238E27FC236}">
                    <a16:creationId xmlns:a16="http://schemas.microsoft.com/office/drawing/2014/main" id="{223FCF2F-894D-0162-2372-65A202AC8EA1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2" name="Freeform: Shape 150">
                <a:extLst>
                  <a:ext uri="{FF2B5EF4-FFF2-40B4-BE49-F238E27FC236}">
                    <a16:creationId xmlns:a16="http://schemas.microsoft.com/office/drawing/2014/main" id="{879D059A-4FA4-70AC-30E2-B32A11F7500B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3" name="Freeform: Shape 151">
                <a:extLst>
                  <a:ext uri="{FF2B5EF4-FFF2-40B4-BE49-F238E27FC236}">
                    <a16:creationId xmlns:a16="http://schemas.microsoft.com/office/drawing/2014/main" id="{B5FD4BC0-1241-C2B3-6EAE-8C1D077A421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4" name="Freeform: Shape 152">
                <a:extLst>
                  <a:ext uri="{FF2B5EF4-FFF2-40B4-BE49-F238E27FC236}">
                    <a16:creationId xmlns:a16="http://schemas.microsoft.com/office/drawing/2014/main" id="{F71D6618-3427-2A63-6D36-18931F6A64C6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5" name="Freeform: Shape 153">
                <a:extLst>
                  <a:ext uri="{FF2B5EF4-FFF2-40B4-BE49-F238E27FC236}">
                    <a16:creationId xmlns:a16="http://schemas.microsoft.com/office/drawing/2014/main" id="{F845185C-9E28-D3C3-FB93-82FDFAF5428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6" name="Freeform: Shape 154">
                <a:extLst>
                  <a:ext uri="{FF2B5EF4-FFF2-40B4-BE49-F238E27FC236}">
                    <a16:creationId xmlns:a16="http://schemas.microsoft.com/office/drawing/2014/main" id="{5815BFA7-3630-806F-38D6-542D875FBAE2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7" name="Freeform: Shape 155">
                <a:extLst>
                  <a:ext uri="{FF2B5EF4-FFF2-40B4-BE49-F238E27FC236}">
                    <a16:creationId xmlns:a16="http://schemas.microsoft.com/office/drawing/2014/main" id="{A3AD8765-C9BA-F316-9886-0C7D7A9427CB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8" name="Freeform: Shape 156">
                <a:extLst>
                  <a:ext uri="{FF2B5EF4-FFF2-40B4-BE49-F238E27FC236}">
                    <a16:creationId xmlns:a16="http://schemas.microsoft.com/office/drawing/2014/main" id="{F462785B-D0FA-7F73-1539-D67AD4FECD74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9" name="Freeform: Shape 157">
                <a:extLst>
                  <a:ext uri="{FF2B5EF4-FFF2-40B4-BE49-F238E27FC236}">
                    <a16:creationId xmlns:a16="http://schemas.microsoft.com/office/drawing/2014/main" id="{54359F1E-9CF8-9F1C-C91D-44F7640E7126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0" name="Freeform: Shape 158">
                <a:extLst>
                  <a:ext uri="{FF2B5EF4-FFF2-40B4-BE49-F238E27FC236}">
                    <a16:creationId xmlns:a16="http://schemas.microsoft.com/office/drawing/2014/main" id="{D3328829-2B5C-0A94-B01E-79FB191584BE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1" name="Freeform: Shape 159">
                <a:extLst>
                  <a:ext uri="{FF2B5EF4-FFF2-40B4-BE49-F238E27FC236}">
                    <a16:creationId xmlns:a16="http://schemas.microsoft.com/office/drawing/2014/main" id="{646C8A36-B9F5-CD81-D2D9-FDEA26D1603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2" name="Freeform: Shape 160">
                <a:extLst>
                  <a:ext uri="{FF2B5EF4-FFF2-40B4-BE49-F238E27FC236}">
                    <a16:creationId xmlns:a16="http://schemas.microsoft.com/office/drawing/2014/main" id="{3FC978FC-EFC9-E045-05B8-436E89A7C387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01199C7-3400-AEEB-FE9D-B36381A0626D}"/>
                </a:ext>
              </a:extLst>
            </p:cNvPr>
            <p:cNvGrpSpPr/>
            <p:nvPr/>
          </p:nvGrpSpPr>
          <p:grpSpPr>
            <a:xfrm>
              <a:off x="10790283" y="4770606"/>
              <a:ext cx="1264298" cy="1005053"/>
              <a:chOff x="8867133" y="-492224"/>
              <a:chExt cx="1264298" cy="1005053"/>
            </a:xfrm>
          </p:grpSpPr>
          <p:sp>
            <p:nvSpPr>
              <p:cNvPr id="43" name="Freeform: Shape 131">
                <a:extLst>
                  <a:ext uri="{FF2B5EF4-FFF2-40B4-BE49-F238E27FC236}">
                    <a16:creationId xmlns:a16="http://schemas.microsoft.com/office/drawing/2014/main" id="{88991DF3-5AB8-D9DA-23BC-8434343E025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: Shape 132">
                <a:extLst>
                  <a:ext uri="{FF2B5EF4-FFF2-40B4-BE49-F238E27FC236}">
                    <a16:creationId xmlns:a16="http://schemas.microsoft.com/office/drawing/2014/main" id="{C44B4FCB-1166-83F7-91B6-7EE843F420FB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: Shape 133">
                <a:extLst>
                  <a:ext uri="{FF2B5EF4-FFF2-40B4-BE49-F238E27FC236}">
                    <a16:creationId xmlns:a16="http://schemas.microsoft.com/office/drawing/2014/main" id="{51BD86DE-51E7-04EC-1B46-BC0E76DAAE7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: Shape 134">
                <a:extLst>
                  <a:ext uri="{FF2B5EF4-FFF2-40B4-BE49-F238E27FC236}">
                    <a16:creationId xmlns:a16="http://schemas.microsoft.com/office/drawing/2014/main" id="{7810AFA0-1BE1-1B52-0918-7A365C62CA6C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: Shape 135">
                <a:extLst>
                  <a:ext uri="{FF2B5EF4-FFF2-40B4-BE49-F238E27FC236}">
                    <a16:creationId xmlns:a16="http://schemas.microsoft.com/office/drawing/2014/main" id="{F83C21E1-DC2D-6DA5-B1D9-8AFE08DE0190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: Shape 136">
                <a:extLst>
                  <a:ext uri="{FF2B5EF4-FFF2-40B4-BE49-F238E27FC236}">
                    <a16:creationId xmlns:a16="http://schemas.microsoft.com/office/drawing/2014/main" id="{683D72AE-C4B9-E6EF-604B-944FB0E92FFD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: Shape 137">
                <a:extLst>
                  <a:ext uri="{FF2B5EF4-FFF2-40B4-BE49-F238E27FC236}">
                    <a16:creationId xmlns:a16="http://schemas.microsoft.com/office/drawing/2014/main" id="{79394AF4-3A4E-8690-0FE4-F4978C90DE8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: Shape 138">
                <a:extLst>
                  <a:ext uri="{FF2B5EF4-FFF2-40B4-BE49-F238E27FC236}">
                    <a16:creationId xmlns:a16="http://schemas.microsoft.com/office/drawing/2014/main" id="{9E2D424E-A911-B32F-AC74-9E9167B221AA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: Shape 139">
                <a:extLst>
                  <a:ext uri="{FF2B5EF4-FFF2-40B4-BE49-F238E27FC236}">
                    <a16:creationId xmlns:a16="http://schemas.microsoft.com/office/drawing/2014/main" id="{0785BCD6-1470-CCC7-2094-D939E468B408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: Shape 140">
                <a:extLst>
                  <a:ext uri="{FF2B5EF4-FFF2-40B4-BE49-F238E27FC236}">
                    <a16:creationId xmlns:a16="http://schemas.microsoft.com/office/drawing/2014/main" id="{9F0A1895-19E0-CA6B-2E79-121CFD95EFD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: Shape 141">
                <a:extLst>
                  <a:ext uri="{FF2B5EF4-FFF2-40B4-BE49-F238E27FC236}">
                    <a16:creationId xmlns:a16="http://schemas.microsoft.com/office/drawing/2014/main" id="{22D359AA-ED73-E18E-E065-24CA4BFA6811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: Shape 142">
                <a:extLst>
                  <a:ext uri="{FF2B5EF4-FFF2-40B4-BE49-F238E27FC236}">
                    <a16:creationId xmlns:a16="http://schemas.microsoft.com/office/drawing/2014/main" id="{91AD6BF2-3606-8173-281A-DFB41F2552E0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: Shape 143">
                <a:extLst>
                  <a:ext uri="{FF2B5EF4-FFF2-40B4-BE49-F238E27FC236}">
                    <a16:creationId xmlns:a16="http://schemas.microsoft.com/office/drawing/2014/main" id="{EBF638D4-84DC-D736-BAE9-C0544BF8915E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: Shape 144">
                <a:extLst>
                  <a:ext uri="{FF2B5EF4-FFF2-40B4-BE49-F238E27FC236}">
                    <a16:creationId xmlns:a16="http://schemas.microsoft.com/office/drawing/2014/main" id="{82632168-C4C8-6910-08F6-5F0896EB6D6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: Shape 145">
                <a:extLst>
                  <a:ext uri="{FF2B5EF4-FFF2-40B4-BE49-F238E27FC236}">
                    <a16:creationId xmlns:a16="http://schemas.microsoft.com/office/drawing/2014/main" id="{5F84B16B-9D07-6B79-ADC8-535F2BD90236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Freeform: Shape 146">
                <a:extLst>
                  <a:ext uri="{FF2B5EF4-FFF2-40B4-BE49-F238E27FC236}">
                    <a16:creationId xmlns:a16="http://schemas.microsoft.com/office/drawing/2014/main" id="{84EC91D8-7420-AAE6-B8D6-D7ED4E69EB4E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9" name="Freeform: Shape 147">
                <a:extLst>
                  <a:ext uri="{FF2B5EF4-FFF2-40B4-BE49-F238E27FC236}">
                    <a16:creationId xmlns:a16="http://schemas.microsoft.com/office/drawing/2014/main" id="{F329BE0D-5747-1B1E-2FEF-A599EC88AAE0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0" name="Freeform: Shape 148">
                <a:extLst>
                  <a:ext uri="{FF2B5EF4-FFF2-40B4-BE49-F238E27FC236}">
                    <a16:creationId xmlns:a16="http://schemas.microsoft.com/office/drawing/2014/main" id="{AABA5DBC-6954-3347-06A2-BD986254567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1" name="Freeform: Shape 149">
                <a:extLst>
                  <a:ext uri="{FF2B5EF4-FFF2-40B4-BE49-F238E27FC236}">
                    <a16:creationId xmlns:a16="http://schemas.microsoft.com/office/drawing/2014/main" id="{0B29624D-32A8-5572-346F-FE985C2B9D8A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2" name="Freeform: Shape 150">
                <a:extLst>
                  <a:ext uri="{FF2B5EF4-FFF2-40B4-BE49-F238E27FC236}">
                    <a16:creationId xmlns:a16="http://schemas.microsoft.com/office/drawing/2014/main" id="{6028F370-84A4-0297-528D-682B21303705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3" name="Freeform: Shape 151">
                <a:extLst>
                  <a:ext uri="{FF2B5EF4-FFF2-40B4-BE49-F238E27FC236}">
                    <a16:creationId xmlns:a16="http://schemas.microsoft.com/office/drawing/2014/main" id="{2C3CED85-4FE4-BF2B-DF87-119AA3C5FC5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4" name="Freeform: Shape 152">
                <a:extLst>
                  <a:ext uri="{FF2B5EF4-FFF2-40B4-BE49-F238E27FC236}">
                    <a16:creationId xmlns:a16="http://schemas.microsoft.com/office/drawing/2014/main" id="{D79A462D-C594-9B59-1DE4-F3C08A05F46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5" name="Freeform: Shape 153">
                <a:extLst>
                  <a:ext uri="{FF2B5EF4-FFF2-40B4-BE49-F238E27FC236}">
                    <a16:creationId xmlns:a16="http://schemas.microsoft.com/office/drawing/2014/main" id="{3A07AB18-2431-6353-6987-8D34C9B208B4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6" name="Freeform: Shape 154">
                <a:extLst>
                  <a:ext uri="{FF2B5EF4-FFF2-40B4-BE49-F238E27FC236}">
                    <a16:creationId xmlns:a16="http://schemas.microsoft.com/office/drawing/2014/main" id="{540B67E1-0CDA-421F-6272-A42CAF797A2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7" name="Freeform: Shape 155">
                <a:extLst>
                  <a:ext uri="{FF2B5EF4-FFF2-40B4-BE49-F238E27FC236}">
                    <a16:creationId xmlns:a16="http://schemas.microsoft.com/office/drawing/2014/main" id="{96424079-6D85-C2DA-A819-1E4DCE30E3A7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8" name="Freeform: Shape 156">
                <a:extLst>
                  <a:ext uri="{FF2B5EF4-FFF2-40B4-BE49-F238E27FC236}">
                    <a16:creationId xmlns:a16="http://schemas.microsoft.com/office/drawing/2014/main" id="{2A97BBEC-36CE-B594-AE66-A3115470A98D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9" name="Freeform: Shape 157">
                <a:extLst>
                  <a:ext uri="{FF2B5EF4-FFF2-40B4-BE49-F238E27FC236}">
                    <a16:creationId xmlns:a16="http://schemas.microsoft.com/office/drawing/2014/main" id="{92003631-9E95-49B8-E595-B859D56E10BF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0" name="Freeform: Shape 158">
                <a:extLst>
                  <a:ext uri="{FF2B5EF4-FFF2-40B4-BE49-F238E27FC236}">
                    <a16:creationId xmlns:a16="http://schemas.microsoft.com/office/drawing/2014/main" id="{0370696A-A98E-7034-FF2E-F43A3AD732CF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1" name="Freeform: Shape 159">
                <a:extLst>
                  <a:ext uri="{FF2B5EF4-FFF2-40B4-BE49-F238E27FC236}">
                    <a16:creationId xmlns:a16="http://schemas.microsoft.com/office/drawing/2014/main" id="{699D158D-64DE-6AB7-A85D-7CF536BB9D12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2" name="Freeform: Shape 160">
                <a:extLst>
                  <a:ext uri="{FF2B5EF4-FFF2-40B4-BE49-F238E27FC236}">
                    <a16:creationId xmlns:a16="http://schemas.microsoft.com/office/drawing/2014/main" id="{E4EE3E30-8D79-5C66-7728-43DE5873952E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D6544BB-3F90-AC1C-C6F2-7E5834072516}"/>
                </a:ext>
              </a:extLst>
            </p:cNvPr>
            <p:cNvGrpSpPr/>
            <p:nvPr/>
          </p:nvGrpSpPr>
          <p:grpSpPr>
            <a:xfrm>
              <a:off x="10701084" y="5836321"/>
              <a:ext cx="1493520" cy="1021679"/>
              <a:chOff x="10698480" y="0"/>
              <a:chExt cx="1493520" cy="102167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D1F618F-754B-D67A-D5AE-3CBE530858ED}"/>
                  </a:ext>
                </a:extLst>
              </p:cNvPr>
              <p:cNvSpPr/>
              <p:nvPr/>
            </p:nvSpPr>
            <p:spPr>
              <a:xfrm>
                <a:off x="10698480" y="0"/>
                <a:ext cx="1493520" cy="102167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FA03D7D9-065C-6047-CC68-952A558D8BCF}"/>
                  </a:ext>
                </a:extLst>
              </p:cNvPr>
              <p:cNvGrpSpPr/>
              <p:nvPr/>
            </p:nvGrpSpPr>
            <p:grpSpPr>
              <a:xfrm>
                <a:off x="10787679" y="97530"/>
                <a:ext cx="1264298" cy="769086"/>
                <a:chOff x="8867133" y="-492224"/>
                <a:chExt cx="1264298" cy="769086"/>
              </a:xfrm>
            </p:grpSpPr>
            <p:sp>
              <p:nvSpPr>
                <p:cNvPr id="19" name="Freeform: Shape 131">
                  <a:extLst>
                    <a:ext uri="{FF2B5EF4-FFF2-40B4-BE49-F238E27FC236}">
                      <a16:creationId xmlns:a16="http://schemas.microsoft.com/office/drawing/2014/main" id="{4A551F23-BE36-A469-6255-CC8FF471802F}"/>
                    </a:ext>
                  </a:extLst>
                </p:cNvPr>
                <p:cNvSpPr/>
                <p:nvPr/>
              </p:nvSpPr>
              <p:spPr>
                <a:xfrm>
                  <a:off x="8868533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" name="Freeform: Shape 132">
                  <a:extLst>
                    <a:ext uri="{FF2B5EF4-FFF2-40B4-BE49-F238E27FC236}">
                      <a16:creationId xmlns:a16="http://schemas.microsoft.com/office/drawing/2014/main" id="{404C0765-CAF4-B5A7-0A14-A98F873240D9}"/>
                    </a:ext>
                  </a:extLst>
                </p:cNvPr>
                <p:cNvSpPr/>
                <p:nvPr/>
              </p:nvSpPr>
              <p:spPr>
                <a:xfrm>
                  <a:off x="9108570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" name="Freeform: Shape 133">
                  <a:extLst>
                    <a:ext uri="{FF2B5EF4-FFF2-40B4-BE49-F238E27FC236}">
                      <a16:creationId xmlns:a16="http://schemas.microsoft.com/office/drawing/2014/main" id="{86B4E10B-B22B-D0EE-E0CF-63DAE7C06CB2}"/>
                    </a:ext>
                  </a:extLst>
                </p:cNvPr>
                <p:cNvSpPr/>
                <p:nvPr/>
              </p:nvSpPr>
              <p:spPr>
                <a:xfrm>
                  <a:off x="9348607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3" name="Freeform: Shape 134">
                  <a:extLst>
                    <a:ext uri="{FF2B5EF4-FFF2-40B4-BE49-F238E27FC236}">
                      <a16:creationId xmlns:a16="http://schemas.microsoft.com/office/drawing/2014/main" id="{F7514E5B-A7B5-3878-ECCA-F2C61D730BBC}"/>
                    </a:ext>
                  </a:extLst>
                </p:cNvPr>
                <p:cNvSpPr/>
                <p:nvPr/>
              </p:nvSpPr>
              <p:spPr>
                <a:xfrm>
                  <a:off x="9588518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4" name="Freeform: Shape 135">
                  <a:extLst>
                    <a:ext uri="{FF2B5EF4-FFF2-40B4-BE49-F238E27FC236}">
                      <a16:creationId xmlns:a16="http://schemas.microsoft.com/office/drawing/2014/main" id="{23928C06-682E-34D6-BB49-8293F2FE1A00}"/>
                    </a:ext>
                  </a:extLst>
                </p:cNvPr>
                <p:cNvSpPr/>
                <p:nvPr/>
              </p:nvSpPr>
              <p:spPr>
                <a:xfrm>
                  <a:off x="9828555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5" name="Freeform: Shape 136">
                  <a:extLst>
                    <a:ext uri="{FF2B5EF4-FFF2-40B4-BE49-F238E27FC236}">
                      <a16:creationId xmlns:a16="http://schemas.microsoft.com/office/drawing/2014/main" id="{1A9515AF-65EC-19E8-2777-D1C61A131ECC}"/>
                    </a:ext>
                  </a:extLst>
                </p:cNvPr>
                <p:cNvSpPr/>
                <p:nvPr/>
              </p:nvSpPr>
              <p:spPr>
                <a:xfrm>
                  <a:off x="10068592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6" name="Freeform: Shape 137">
                  <a:extLst>
                    <a:ext uri="{FF2B5EF4-FFF2-40B4-BE49-F238E27FC236}">
                      <a16:creationId xmlns:a16="http://schemas.microsoft.com/office/drawing/2014/main" id="{FCD1E1E8-1936-037C-DCAB-23E09F1FF04F}"/>
                    </a:ext>
                  </a:extLst>
                </p:cNvPr>
                <p:cNvSpPr/>
                <p:nvPr/>
              </p:nvSpPr>
              <p:spPr>
                <a:xfrm>
                  <a:off x="8868533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7" name="Freeform: Shape 138">
                  <a:extLst>
                    <a:ext uri="{FF2B5EF4-FFF2-40B4-BE49-F238E27FC236}">
                      <a16:creationId xmlns:a16="http://schemas.microsoft.com/office/drawing/2014/main" id="{960B2DB8-A7FF-6649-63C3-ED61C9C00850}"/>
                    </a:ext>
                  </a:extLst>
                </p:cNvPr>
                <p:cNvSpPr/>
                <p:nvPr/>
              </p:nvSpPr>
              <p:spPr>
                <a:xfrm>
                  <a:off x="9108570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8" name="Freeform: Shape 139">
                  <a:extLst>
                    <a:ext uri="{FF2B5EF4-FFF2-40B4-BE49-F238E27FC236}">
                      <a16:creationId xmlns:a16="http://schemas.microsoft.com/office/drawing/2014/main" id="{DDC74ED6-F173-EB3B-5605-F5891056B7AF}"/>
                    </a:ext>
                  </a:extLst>
                </p:cNvPr>
                <p:cNvSpPr/>
                <p:nvPr/>
              </p:nvSpPr>
              <p:spPr>
                <a:xfrm>
                  <a:off x="9348607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9" name="Freeform: Shape 140">
                  <a:extLst>
                    <a:ext uri="{FF2B5EF4-FFF2-40B4-BE49-F238E27FC236}">
                      <a16:creationId xmlns:a16="http://schemas.microsoft.com/office/drawing/2014/main" id="{66D81270-2CCD-571F-CAE7-85CBB4118C33}"/>
                    </a:ext>
                  </a:extLst>
                </p:cNvPr>
                <p:cNvSpPr/>
                <p:nvPr/>
              </p:nvSpPr>
              <p:spPr>
                <a:xfrm>
                  <a:off x="9588518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0" name="Freeform: Shape 141">
                  <a:extLst>
                    <a:ext uri="{FF2B5EF4-FFF2-40B4-BE49-F238E27FC236}">
                      <a16:creationId xmlns:a16="http://schemas.microsoft.com/office/drawing/2014/main" id="{ACC0CA1C-36F5-0C5D-156C-BF9B2BB53ACE}"/>
                    </a:ext>
                  </a:extLst>
                </p:cNvPr>
                <p:cNvSpPr/>
                <p:nvPr/>
              </p:nvSpPr>
              <p:spPr>
                <a:xfrm>
                  <a:off x="9828555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189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189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1" name="Freeform: Shape 142">
                  <a:extLst>
                    <a:ext uri="{FF2B5EF4-FFF2-40B4-BE49-F238E27FC236}">
                      <a16:creationId xmlns:a16="http://schemas.microsoft.com/office/drawing/2014/main" id="{A2FF5A44-CE60-FEB5-C8AE-AA725A30AAF6}"/>
                    </a:ext>
                  </a:extLst>
                </p:cNvPr>
                <p:cNvSpPr/>
                <p:nvPr/>
              </p:nvSpPr>
              <p:spPr>
                <a:xfrm>
                  <a:off x="10068592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2" name="Freeform: Shape 143">
                  <a:extLst>
                    <a:ext uri="{FF2B5EF4-FFF2-40B4-BE49-F238E27FC236}">
                      <a16:creationId xmlns:a16="http://schemas.microsoft.com/office/drawing/2014/main" id="{FE7391F7-03EA-3FBA-C538-9A123F2F8146}"/>
                    </a:ext>
                  </a:extLst>
                </p:cNvPr>
                <p:cNvSpPr/>
                <p:nvPr/>
              </p:nvSpPr>
              <p:spPr>
                <a:xfrm>
                  <a:off x="8868533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" name="Freeform: Shape 144">
                  <a:extLst>
                    <a:ext uri="{FF2B5EF4-FFF2-40B4-BE49-F238E27FC236}">
                      <a16:creationId xmlns:a16="http://schemas.microsoft.com/office/drawing/2014/main" id="{07D67510-50E7-F99D-FE6C-3236F170CB40}"/>
                    </a:ext>
                  </a:extLst>
                </p:cNvPr>
                <p:cNvSpPr/>
                <p:nvPr/>
              </p:nvSpPr>
              <p:spPr>
                <a:xfrm>
                  <a:off x="9108570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4" name="Freeform: Shape 145">
                  <a:extLst>
                    <a:ext uri="{FF2B5EF4-FFF2-40B4-BE49-F238E27FC236}">
                      <a16:creationId xmlns:a16="http://schemas.microsoft.com/office/drawing/2014/main" id="{FFB75339-8C9D-5D11-FD9B-52CADC6F3D98}"/>
                    </a:ext>
                  </a:extLst>
                </p:cNvPr>
                <p:cNvSpPr/>
                <p:nvPr/>
              </p:nvSpPr>
              <p:spPr>
                <a:xfrm>
                  <a:off x="9348607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5" name="Freeform: Shape 146">
                  <a:extLst>
                    <a:ext uri="{FF2B5EF4-FFF2-40B4-BE49-F238E27FC236}">
                      <a16:creationId xmlns:a16="http://schemas.microsoft.com/office/drawing/2014/main" id="{718E2763-B374-0EFD-6E08-8C315FC14156}"/>
                    </a:ext>
                  </a:extLst>
                </p:cNvPr>
                <p:cNvSpPr/>
                <p:nvPr/>
              </p:nvSpPr>
              <p:spPr>
                <a:xfrm>
                  <a:off x="9588518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6" name="Freeform: Shape 147">
                  <a:extLst>
                    <a:ext uri="{FF2B5EF4-FFF2-40B4-BE49-F238E27FC236}">
                      <a16:creationId xmlns:a16="http://schemas.microsoft.com/office/drawing/2014/main" id="{E97D1C17-B693-C048-2190-446ECBD085D5}"/>
                    </a:ext>
                  </a:extLst>
                </p:cNvPr>
                <p:cNvSpPr/>
                <p:nvPr/>
              </p:nvSpPr>
              <p:spPr>
                <a:xfrm>
                  <a:off x="9828555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189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189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7" name="Freeform: Shape 155">
                  <a:extLst>
                    <a:ext uri="{FF2B5EF4-FFF2-40B4-BE49-F238E27FC236}">
                      <a16:creationId xmlns:a16="http://schemas.microsoft.com/office/drawing/2014/main" id="{A7EB3DB5-7FC7-918D-29F8-944878DF5069}"/>
                    </a:ext>
                  </a:extLst>
                </p:cNvPr>
                <p:cNvSpPr/>
                <p:nvPr/>
              </p:nvSpPr>
              <p:spPr>
                <a:xfrm>
                  <a:off x="8867133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8" name="Freeform: Shape 156">
                  <a:extLst>
                    <a:ext uri="{FF2B5EF4-FFF2-40B4-BE49-F238E27FC236}">
                      <a16:creationId xmlns:a16="http://schemas.microsoft.com/office/drawing/2014/main" id="{A7BD1159-59F5-C30B-E2EA-A564B455CDB4}"/>
                    </a:ext>
                  </a:extLst>
                </p:cNvPr>
                <p:cNvSpPr/>
                <p:nvPr/>
              </p:nvSpPr>
              <p:spPr>
                <a:xfrm>
                  <a:off x="9107171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39 w 62839"/>
                    <a:gd name="connsiteY8" fmla="*/ 62713 h 62712"/>
                    <a:gd name="connsiteX9" fmla="*/ 62839 w 62839"/>
                    <a:gd name="connsiteY9" fmla="*/ 4961 h 62712"/>
                    <a:gd name="connsiteX10" fmla="*/ 62839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39" y="62713"/>
                      </a:lnTo>
                      <a:lnTo>
                        <a:pt x="62839" y="4961"/>
                      </a:lnTo>
                      <a:lnTo>
                        <a:pt x="62839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9" name="Freeform: Shape 157">
                  <a:extLst>
                    <a:ext uri="{FF2B5EF4-FFF2-40B4-BE49-F238E27FC236}">
                      <a16:creationId xmlns:a16="http://schemas.microsoft.com/office/drawing/2014/main" id="{F3D9DBD4-B7A1-B952-8221-B29BDC603EF3}"/>
                    </a:ext>
                  </a:extLst>
                </p:cNvPr>
                <p:cNvSpPr/>
                <p:nvPr/>
              </p:nvSpPr>
              <p:spPr>
                <a:xfrm>
                  <a:off x="9347208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0" name="Freeform: Shape 158">
                  <a:extLst>
                    <a:ext uri="{FF2B5EF4-FFF2-40B4-BE49-F238E27FC236}">
                      <a16:creationId xmlns:a16="http://schemas.microsoft.com/office/drawing/2014/main" id="{719B853D-9A22-7A65-CA24-975AD29F1A7B}"/>
                    </a:ext>
                  </a:extLst>
                </p:cNvPr>
                <p:cNvSpPr/>
                <p:nvPr/>
              </p:nvSpPr>
              <p:spPr>
                <a:xfrm>
                  <a:off x="9587118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1" name="Freeform: Shape 159">
                  <a:extLst>
                    <a:ext uri="{FF2B5EF4-FFF2-40B4-BE49-F238E27FC236}">
                      <a16:creationId xmlns:a16="http://schemas.microsoft.com/office/drawing/2014/main" id="{0E24631D-DE3F-432E-42F4-4353CDD649E1}"/>
                    </a:ext>
                  </a:extLst>
                </p:cNvPr>
                <p:cNvSpPr/>
                <p:nvPr/>
              </p:nvSpPr>
              <p:spPr>
                <a:xfrm>
                  <a:off x="9827155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2" name="Freeform: Shape 160">
                  <a:extLst>
                    <a:ext uri="{FF2B5EF4-FFF2-40B4-BE49-F238E27FC236}">
                      <a16:creationId xmlns:a16="http://schemas.microsoft.com/office/drawing/2014/main" id="{02DE1C63-2969-CBED-CF7E-C914EBD6890E}"/>
                    </a:ext>
                  </a:extLst>
                </p:cNvPr>
                <p:cNvSpPr/>
                <p:nvPr/>
              </p:nvSpPr>
              <p:spPr>
                <a:xfrm>
                  <a:off x="10067193" y="-492224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8170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 - Platinum Arrow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56810E-B3D1-AB29-F34A-C85AC8B6A909}"/>
              </a:ext>
            </a:extLst>
          </p:cNvPr>
          <p:cNvSpPr/>
          <p:nvPr userDrawn="1"/>
        </p:nvSpPr>
        <p:spPr>
          <a:xfrm>
            <a:off x="10591800" y="0"/>
            <a:ext cx="1600200" cy="68525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F699251-C167-B7FD-7B25-7FA7C75CBBF8}"/>
              </a:ext>
            </a:extLst>
          </p:cNvPr>
          <p:cNvGrpSpPr/>
          <p:nvPr userDrawn="1"/>
        </p:nvGrpSpPr>
        <p:grpSpPr>
          <a:xfrm>
            <a:off x="10701084" y="97530"/>
            <a:ext cx="1493520" cy="6760470"/>
            <a:chOff x="10701084" y="97530"/>
            <a:chExt cx="1493520" cy="676047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79C48C7-0728-517B-6E7E-8B75A97052D8}"/>
                </a:ext>
              </a:extLst>
            </p:cNvPr>
            <p:cNvGrpSpPr/>
            <p:nvPr/>
          </p:nvGrpSpPr>
          <p:grpSpPr>
            <a:xfrm>
              <a:off x="10787679" y="97530"/>
              <a:ext cx="1264298" cy="1005053"/>
              <a:chOff x="8867133" y="-492224"/>
              <a:chExt cx="1264298" cy="1005053"/>
            </a:xfrm>
          </p:grpSpPr>
          <p:sp>
            <p:nvSpPr>
              <p:cNvPr id="343" name="Freeform: Shape 131">
                <a:extLst>
                  <a:ext uri="{FF2B5EF4-FFF2-40B4-BE49-F238E27FC236}">
                    <a16:creationId xmlns:a16="http://schemas.microsoft.com/office/drawing/2014/main" id="{57F42C08-33C6-5276-A883-403357D36EFD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4" name="Freeform: Shape 132">
                <a:extLst>
                  <a:ext uri="{FF2B5EF4-FFF2-40B4-BE49-F238E27FC236}">
                    <a16:creationId xmlns:a16="http://schemas.microsoft.com/office/drawing/2014/main" id="{D32CE52C-E208-B572-A603-D29B74212155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5" name="Freeform: Shape 133">
                <a:extLst>
                  <a:ext uri="{FF2B5EF4-FFF2-40B4-BE49-F238E27FC236}">
                    <a16:creationId xmlns:a16="http://schemas.microsoft.com/office/drawing/2014/main" id="{4F705B74-26BF-749C-FD3A-3ED23BA1A47D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6" name="Freeform: Shape 134">
                <a:extLst>
                  <a:ext uri="{FF2B5EF4-FFF2-40B4-BE49-F238E27FC236}">
                    <a16:creationId xmlns:a16="http://schemas.microsoft.com/office/drawing/2014/main" id="{D9E35474-D126-93B2-8829-EE06E3D12A35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7" name="Freeform: Shape 135">
                <a:extLst>
                  <a:ext uri="{FF2B5EF4-FFF2-40B4-BE49-F238E27FC236}">
                    <a16:creationId xmlns:a16="http://schemas.microsoft.com/office/drawing/2014/main" id="{C98DE941-6BC6-23E9-5A03-B9CEAA1A9C63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8" name="Freeform: Shape 136">
                <a:extLst>
                  <a:ext uri="{FF2B5EF4-FFF2-40B4-BE49-F238E27FC236}">
                    <a16:creationId xmlns:a16="http://schemas.microsoft.com/office/drawing/2014/main" id="{BA2B2082-EBCD-D79F-2DBD-BD4BDA8BCF2D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9" name="Freeform: Shape 137">
                <a:extLst>
                  <a:ext uri="{FF2B5EF4-FFF2-40B4-BE49-F238E27FC236}">
                    <a16:creationId xmlns:a16="http://schemas.microsoft.com/office/drawing/2014/main" id="{33EB1112-1B85-AF93-3BB8-EE0F5EE0C630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0" name="Freeform: Shape 138">
                <a:extLst>
                  <a:ext uri="{FF2B5EF4-FFF2-40B4-BE49-F238E27FC236}">
                    <a16:creationId xmlns:a16="http://schemas.microsoft.com/office/drawing/2014/main" id="{7E8B3184-1911-4203-4458-7D2632B5903E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1" name="Freeform: Shape 139">
                <a:extLst>
                  <a:ext uri="{FF2B5EF4-FFF2-40B4-BE49-F238E27FC236}">
                    <a16:creationId xmlns:a16="http://schemas.microsoft.com/office/drawing/2014/main" id="{57D5A795-E5C8-5F0B-C0B1-A6C4E6EAE366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2" name="Freeform: Shape 140">
                <a:extLst>
                  <a:ext uri="{FF2B5EF4-FFF2-40B4-BE49-F238E27FC236}">
                    <a16:creationId xmlns:a16="http://schemas.microsoft.com/office/drawing/2014/main" id="{E4A28CA3-B5EF-B0F3-7F07-C21248ECBE03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3" name="Freeform: Shape 141">
                <a:extLst>
                  <a:ext uri="{FF2B5EF4-FFF2-40B4-BE49-F238E27FC236}">
                    <a16:creationId xmlns:a16="http://schemas.microsoft.com/office/drawing/2014/main" id="{72F71302-C0D6-03F9-4300-52F017619BA6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4" name="Freeform: Shape 142">
                <a:extLst>
                  <a:ext uri="{FF2B5EF4-FFF2-40B4-BE49-F238E27FC236}">
                    <a16:creationId xmlns:a16="http://schemas.microsoft.com/office/drawing/2014/main" id="{572A89E4-C617-B639-70C3-CFD4338C3069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5" name="Freeform: Shape 143">
                <a:extLst>
                  <a:ext uri="{FF2B5EF4-FFF2-40B4-BE49-F238E27FC236}">
                    <a16:creationId xmlns:a16="http://schemas.microsoft.com/office/drawing/2014/main" id="{AC9DD01C-9A87-CBCD-5855-424E7B7DE5FB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6" name="Freeform: Shape 144">
                <a:extLst>
                  <a:ext uri="{FF2B5EF4-FFF2-40B4-BE49-F238E27FC236}">
                    <a16:creationId xmlns:a16="http://schemas.microsoft.com/office/drawing/2014/main" id="{9E6D4C02-AE97-2E8C-6E8D-FA8DB963B66C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7" name="Freeform: Shape 145">
                <a:extLst>
                  <a:ext uri="{FF2B5EF4-FFF2-40B4-BE49-F238E27FC236}">
                    <a16:creationId xmlns:a16="http://schemas.microsoft.com/office/drawing/2014/main" id="{D2914DA8-A11D-AF59-68EA-C924B52D4B47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8" name="Freeform: Shape 146">
                <a:extLst>
                  <a:ext uri="{FF2B5EF4-FFF2-40B4-BE49-F238E27FC236}">
                    <a16:creationId xmlns:a16="http://schemas.microsoft.com/office/drawing/2014/main" id="{28C338A1-6190-AEB6-C71B-5B447FC42242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9" name="Freeform: Shape 147">
                <a:extLst>
                  <a:ext uri="{FF2B5EF4-FFF2-40B4-BE49-F238E27FC236}">
                    <a16:creationId xmlns:a16="http://schemas.microsoft.com/office/drawing/2014/main" id="{6462718F-F039-0FF2-F76D-6D45609290A5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0" name="Freeform: Shape 148">
                <a:extLst>
                  <a:ext uri="{FF2B5EF4-FFF2-40B4-BE49-F238E27FC236}">
                    <a16:creationId xmlns:a16="http://schemas.microsoft.com/office/drawing/2014/main" id="{97E5D18F-689E-2155-6D5C-88F25E1BCE58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1" name="Freeform: Shape 149">
                <a:extLst>
                  <a:ext uri="{FF2B5EF4-FFF2-40B4-BE49-F238E27FC236}">
                    <a16:creationId xmlns:a16="http://schemas.microsoft.com/office/drawing/2014/main" id="{A2558AC2-B66C-3BCA-4907-89AF62ED4E63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2" name="Freeform: Shape 150">
                <a:extLst>
                  <a:ext uri="{FF2B5EF4-FFF2-40B4-BE49-F238E27FC236}">
                    <a16:creationId xmlns:a16="http://schemas.microsoft.com/office/drawing/2014/main" id="{8BF15784-BA2B-0B80-5374-3EC98EF509F6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3" name="Freeform: Shape 151">
                <a:extLst>
                  <a:ext uri="{FF2B5EF4-FFF2-40B4-BE49-F238E27FC236}">
                    <a16:creationId xmlns:a16="http://schemas.microsoft.com/office/drawing/2014/main" id="{1B0EC508-4FD1-7E84-936B-98CE4D400357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4" name="Freeform: Shape 152">
                <a:extLst>
                  <a:ext uri="{FF2B5EF4-FFF2-40B4-BE49-F238E27FC236}">
                    <a16:creationId xmlns:a16="http://schemas.microsoft.com/office/drawing/2014/main" id="{B9EC03D4-8E18-4343-286B-08DE534442A9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5" name="Freeform: Shape 153">
                <a:extLst>
                  <a:ext uri="{FF2B5EF4-FFF2-40B4-BE49-F238E27FC236}">
                    <a16:creationId xmlns:a16="http://schemas.microsoft.com/office/drawing/2014/main" id="{5BEE624B-6E40-207E-70C7-F2AB3E09CEB5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6" name="Freeform: Shape 154">
                <a:extLst>
                  <a:ext uri="{FF2B5EF4-FFF2-40B4-BE49-F238E27FC236}">
                    <a16:creationId xmlns:a16="http://schemas.microsoft.com/office/drawing/2014/main" id="{EC1D97FC-20CE-D48A-E823-FE8D64014A5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7" name="Freeform: Shape 155">
                <a:extLst>
                  <a:ext uri="{FF2B5EF4-FFF2-40B4-BE49-F238E27FC236}">
                    <a16:creationId xmlns:a16="http://schemas.microsoft.com/office/drawing/2014/main" id="{2D73E1AD-19FB-7EB5-AD9E-DC1D28F51969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8" name="Freeform: Shape 156">
                <a:extLst>
                  <a:ext uri="{FF2B5EF4-FFF2-40B4-BE49-F238E27FC236}">
                    <a16:creationId xmlns:a16="http://schemas.microsoft.com/office/drawing/2014/main" id="{1E310345-1008-9780-AB1F-664E669907D6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9" name="Freeform: Shape 157">
                <a:extLst>
                  <a:ext uri="{FF2B5EF4-FFF2-40B4-BE49-F238E27FC236}">
                    <a16:creationId xmlns:a16="http://schemas.microsoft.com/office/drawing/2014/main" id="{205467B6-94C0-6AEC-C445-2BB292DA3D7A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0" name="Freeform: Shape 158">
                <a:extLst>
                  <a:ext uri="{FF2B5EF4-FFF2-40B4-BE49-F238E27FC236}">
                    <a16:creationId xmlns:a16="http://schemas.microsoft.com/office/drawing/2014/main" id="{E862B08B-C197-1C6D-7A6F-C0E30B5CA3CE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1" name="Freeform: Shape 159">
                <a:extLst>
                  <a:ext uri="{FF2B5EF4-FFF2-40B4-BE49-F238E27FC236}">
                    <a16:creationId xmlns:a16="http://schemas.microsoft.com/office/drawing/2014/main" id="{9EAEB050-A861-7A11-01A5-875BE0873659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2" name="Freeform: Shape 160">
                <a:extLst>
                  <a:ext uri="{FF2B5EF4-FFF2-40B4-BE49-F238E27FC236}">
                    <a16:creationId xmlns:a16="http://schemas.microsoft.com/office/drawing/2014/main" id="{920620D3-0163-7DE0-2775-B8B54805DAEB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103E6AAA-270B-0716-A572-481483B525DB}"/>
                </a:ext>
              </a:extLst>
            </p:cNvPr>
            <p:cNvGrpSpPr/>
            <p:nvPr/>
          </p:nvGrpSpPr>
          <p:grpSpPr>
            <a:xfrm>
              <a:off x="10787679" y="1260775"/>
              <a:ext cx="1264298" cy="1005053"/>
              <a:chOff x="8867133" y="-492224"/>
              <a:chExt cx="1264298" cy="1005053"/>
            </a:xfrm>
          </p:grpSpPr>
          <p:sp>
            <p:nvSpPr>
              <p:cNvPr id="313" name="Freeform: Shape 131">
                <a:extLst>
                  <a:ext uri="{FF2B5EF4-FFF2-40B4-BE49-F238E27FC236}">
                    <a16:creationId xmlns:a16="http://schemas.microsoft.com/office/drawing/2014/main" id="{3587C69E-229C-9E89-2C8F-BA1B4215FEA0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4" name="Freeform: Shape 132">
                <a:extLst>
                  <a:ext uri="{FF2B5EF4-FFF2-40B4-BE49-F238E27FC236}">
                    <a16:creationId xmlns:a16="http://schemas.microsoft.com/office/drawing/2014/main" id="{B096A9C5-5214-DDB3-A6A7-17BB545E275E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5" name="Freeform: Shape 133">
                <a:extLst>
                  <a:ext uri="{FF2B5EF4-FFF2-40B4-BE49-F238E27FC236}">
                    <a16:creationId xmlns:a16="http://schemas.microsoft.com/office/drawing/2014/main" id="{F3665446-98FC-BDAE-BD97-549A3DD883C7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6" name="Freeform: Shape 134">
                <a:extLst>
                  <a:ext uri="{FF2B5EF4-FFF2-40B4-BE49-F238E27FC236}">
                    <a16:creationId xmlns:a16="http://schemas.microsoft.com/office/drawing/2014/main" id="{4DCCA078-55E3-F6DA-3B85-9F7BE687B13B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7" name="Freeform: Shape 135">
                <a:extLst>
                  <a:ext uri="{FF2B5EF4-FFF2-40B4-BE49-F238E27FC236}">
                    <a16:creationId xmlns:a16="http://schemas.microsoft.com/office/drawing/2014/main" id="{0A8DBE2F-D7B3-6A66-53F0-B27F0A6FCDF8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8" name="Freeform: Shape 136">
                <a:extLst>
                  <a:ext uri="{FF2B5EF4-FFF2-40B4-BE49-F238E27FC236}">
                    <a16:creationId xmlns:a16="http://schemas.microsoft.com/office/drawing/2014/main" id="{1C861F19-49AB-D6DF-C401-1F7F75613B0C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9" name="Freeform: Shape 137">
                <a:extLst>
                  <a:ext uri="{FF2B5EF4-FFF2-40B4-BE49-F238E27FC236}">
                    <a16:creationId xmlns:a16="http://schemas.microsoft.com/office/drawing/2014/main" id="{CDA5B5BE-FD5E-6B58-9697-A844977A9600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0" name="Freeform: Shape 138">
                <a:extLst>
                  <a:ext uri="{FF2B5EF4-FFF2-40B4-BE49-F238E27FC236}">
                    <a16:creationId xmlns:a16="http://schemas.microsoft.com/office/drawing/2014/main" id="{24C90700-1965-111C-1833-9BB686589E4C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1" name="Freeform: Shape 139">
                <a:extLst>
                  <a:ext uri="{FF2B5EF4-FFF2-40B4-BE49-F238E27FC236}">
                    <a16:creationId xmlns:a16="http://schemas.microsoft.com/office/drawing/2014/main" id="{E7D702E6-5FF1-1B41-EE84-DFA6DBFFBFC2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2" name="Freeform: Shape 140">
                <a:extLst>
                  <a:ext uri="{FF2B5EF4-FFF2-40B4-BE49-F238E27FC236}">
                    <a16:creationId xmlns:a16="http://schemas.microsoft.com/office/drawing/2014/main" id="{04A5BC54-6526-5F06-08C5-C4BEED8A529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3" name="Freeform: Shape 141">
                <a:extLst>
                  <a:ext uri="{FF2B5EF4-FFF2-40B4-BE49-F238E27FC236}">
                    <a16:creationId xmlns:a16="http://schemas.microsoft.com/office/drawing/2014/main" id="{42E9CB64-84A3-B916-B9ED-082835D0C2EB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4" name="Freeform: Shape 142">
                <a:extLst>
                  <a:ext uri="{FF2B5EF4-FFF2-40B4-BE49-F238E27FC236}">
                    <a16:creationId xmlns:a16="http://schemas.microsoft.com/office/drawing/2014/main" id="{109B1561-EF54-A6EC-3557-F34C7284C334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5" name="Freeform: Shape 143">
                <a:extLst>
                  <a:ext uri="{FF2B5EF4-FFF2-40B4-BE49-F238E27FC236}">
                    <a16:creationId xmlns:a16="http://schemas.microsoft.com/office/drawing/2014/main" id="{98356881-7665-7D78-DB10-CAE09196718D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6" name="Freeform: Shape 144">
                <a:extLst>
                  <a:ext uri="{FF2B5EF4-FFF2-40B4-BE49-F238E27FC236}">
                    <a16:creationId xmlns:a16="http://schemas.microsoft.com/office/drawing/2014/main" id="{8EA6D433-9E78-A4AA-D603-A7C95C7963CA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7" name="Freeform: Shape 145">
                <a:extLst>
                  <a:ext uri="{FF2B5EF4-FFF2-40B4-BE49-F238E27FC236}">
                    <a16:creationId xmlns:a16="http://schemas.microsoft.com/office/drawing/2014/main" id="{02B4CEB7-7851-C14B-4910-91F97431E4BB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8" name="Freeform: Shape 146">
                <a:extLst>
                  <a:ext uri="{FF2B5EF4-FFF2-40B4-BE49-F238E27FC236}">
                    <a16:creationId xmlns:a16="http://schemas.microsoft.com/office/drawing/2014/main" id="{8FD0B43B-49E8-0760-3BBC-73716FFB1176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9" name="Freeform: Shape 147">
                <a:extLst>
                  <a:ext uri="{FF2B5EF4-FFF2-40B4-BE49-F238E27FC236}">
                    <a16:creationId xmlns:a16="http://schemas.microsoft.com/office/drawing/2014/main" id="{BEC4E3B0-A7F6-B81A-0C83-96122DC589DF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0" name="Freeform: Shape 148">
                <a:extLst>
                  <a:ext uri="{FF2B5EF4-FFF2-40B4-BE49-F238E27FC236}">
                    <a16:creationId xmlns:a16="http://schemas.microsoft.com/office/drawing/2014/main" id="{3D44FD96-A033-19CA-FC57-30302C8F6D93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1" name="Freeform: Shape 149">
                <a:extLst>
                  <a:ext uri="{FF2B5EF4-FFF2-40B4-BE49-F238E27FC236}">
                    <a16:creationId xmlns:a16="http://schemas.microsoft.com/office/drawing/2014/main" id="{1ECBB1E3-D490-04A8-E1B4-FEA01BAFAF1F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2" name="Freeform: Shape 150">
                <a:extLst>
                  <a:ext uri="{FF2B5EF4-FFF2-40B4-BE49-F238E27FC236}">
                    <a16:creationId xmlns:a16="http://schemas.microsoft.com/office/drawing/2014/main" id="{83AD7853-7768-6951-46C9-FF1A3C6897A8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3" name="Freeform: Shape 151">
                <a:extLst>
                  <a:ext uri="{FF2B5EF4-FFF2-40B4-BE49-F238E27FC236}">
                    <a16:creationId xmlns:a16="http://schemas.microsoft.com/office/drawing/2014/main" id="{64C07D1A-3616-583B-B9DD-D25A22983F7E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4" name="Freeform: Shape 152">
                <a:extLst>
                  <a:ext uri="{FF2B5EF4-FFF2-40B4-BE49-F238E27FC236}">
                    <a16:creationId xmlns:a16="http://schemas.microsoft.com/office/drawing/2014/main" id="{670FEFBB-3740-CD89-C1FD-16F32710B30F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5" name="Freeform: Shape 153">
                <a:extLst>
                  <a:ext uri="{FF2B5EF4-FFF2-40B4-BE49-F238E27FC236}">
                    <a16:creationId xmlns:a16="http://schemas.microsoft.com/office/drawing/2014/main" id="{323CBE4B-2C2A-002D-56D3-F1A7589FBBF0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6" name="Freeform: Shape 154">
                <a:extLst>
                  <a:ext uri="{FF2B5EF4-FFF2-40B4-BE49-F238E27FC236}">
                    <a16:creationId xmlns:a16="http://schemas.microsoft.com/office/drawing/2014/main" id="{2EE0A93E-ECB1-76CA-3320-541A1CA68768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7" name="Freeform: Shape 155">
                <a:extLst>
                  <a:ext uri="{FF2B5EF4-FFF2-40B4-BE49-F238E27FC236}">
                    <a16:creationId xmlns:a16="http://schemas.microsoft.com/office/drawing/2014/main" id="{675EAD30-4B0A-A40E-93BB-981C683F8161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8" name="Freeform: Shape 156">
                <a:extLst>
                  <a:ext uri="{FF2B5EF4-FFF2-40B4-BE49-F238E27FC236}">
                    <a16:creationId xmlns:a16="http://schemas.microsoft.com/office/drawing/2014/main" id="{8E755DEF-B640-9247-DD66-6DD48ABAD9A7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9" name="Freeform: Shape 157">
                <a:extLst>
                  <a:ext uri="{FF2B5EF4-FFF2-40B4-BE49-F238E27FC236}">
                    <a16:creationId xmlns:a16="http://schemas.microsoft.com/office/drawing/2014/main" id="{4E46C120-B362-9F89-A276-E83256D3F9E6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0" name="Freeform: Shape 158">
                <a:extLst>
                  <a:ext uri="{FF2B5EF4-FFF2-40B4-BE49-F238E27FC236}">
                    <a16:creationId xmlns:a16="http://schemas.microsoft.com/office/drawing/2014/main" id="{F2C59790-A6E8-312A-E946-31BE21587378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1" name="Freeform: Shape 159">
                <a:extLst>
                  <a:ext uri="{FF2B5EF4-FFF2-40B4-BE49-F238E27FC236}">
                    <a16:creationId xmlns:a16="http://schemas.microsoft.com/office/drawing/2014/main" id="{A884385C-0D17-0849-EDAA-B7B2A8722A22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2" name="Freeform: Shape 160">
                <a:extLst>
                  <a:ext uri="{FF2B5EF4-FFF2-40B4-BE49-F238E27FC236}">
                    <a16:creationId xmlns:a16="http://schemas.microsoft.com/office/drawing/2014/main" id="{EC2F6470-B4AB-2A31-25EF-9AC595E5FB8A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B53F533C-BF04-CE80-2B2A-6E3BCDB0AC17}"/>
                </a:ext>
              </a:extLst>
            </p:cNvPr>
            <p:cNvGrpSpPr/>
            <p:nvPr/>
          </p:nvGrpSpPr>
          <p:grpSpPr>
            <a:xfrm>
              <a:off x="10787679" y="2413972"/>
              <a:ext cx="1264298" cy="1005053"/>
              <a:chOff x="8867133" y="-492224"/>
              <a:chExt cx="1264298" cy="1005053"/>
            </a:xfrm>
          </p:grpSpPr>
          <p:sp>
            <p:nvSpPr>
              <p:cNvPr id="283" name="Freeform: Shape 131">
                <a:extLst>
                  <a:ext uri="{FF2B5EF4-FFF2-40B4-BE49-F238E27FC236}">
                    <a16:creationId xmlns:a16="http://schemas.microsoft.com/office/drawing/2014/main" id="{A340DFDA-ACB7-DDD0-E9F6-43BB153485D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4" name="Freeform: Shape 132">
                <a:extLst>
                  <a:ext uri="{FF2B5EF4-FFF2-40B4-BE49-F238E27FC236}">
                    <a16:creationId xmlns:a16="http://schemas.microsoft.com/office/drawing/2014/main" id="{D0BB0720-C57A-656E-58B9-202C7DB8C09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5" name="Freeform: Shape 133">
                <a:extLst>
                  <a:ext uri="{FF2B5EF4-FFF2-40B4-BE49-F238E27FC236}">
                    <a16:creationId xmlns:a16="http://schemas.microsoft.com/office/drawing/2014/main" id="{20FFB692-03F4-3697-DDF9-8BA2CCB036A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6" name="Freeform: Shape 134">
                <a:extLst>
                  <a:ext uri="{FF2B5EF4-FFF2-40B4-BE49-F238E27FC236}">
                    <a16:creationId xmlns:a16="http://schemas.microsoft.com/office/drawing/2014/main" id="{61452AA2-52EB-B487-E43E-A52F9E42B5AF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7" name="Freeform: Shape 135">
                <a:extLst>
                  <a:ext uri="{FF2B5EF4-FFF2-40B4-BE49-F238E27FC236}">
                    <a16:creationId xmlns:a16="http://schemas.microsoft.com/office/drawing/2014/main" id="{47498E91-93F0-BAF3-4573-74A477E315C5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8" name="Freeform: Shape 136">
                <a:extLst>
                  <a:ext uri="{FF2B5EF4-FFF2-40B4-BE49-F238E27FC236}">
                    <a16:creationId xmlns:a16="http://schemas.microsoft.com/office/drawing/2014/main" id="{13B0C120-54E4-E0E8-F2D1-0E4EF31B9E53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9" name="Freeform: Shape 137">
                <a:extLst>
                  <a:ext uri="{FF2B5EF4-FFF2-40B4-BE49-F238E27FC236}">
                    <a16:creationId xmlns:a16="http://schemas.microsoft.com/office/drawing/2014/main" id="{964E015A-8CE7-0A74-9AE2-8F826CAFD3C3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0" name="Freeform: Shape 138">
                <a:extLst>
                  <a:ext uri="{FF2B5EF4-FFF2-40B4-BE49-F238E27FC236}">
                    <a16:creationId xmlns:a16="http://schemas.microsoft.com/office/drawing/2014/main" id="{F45C2754-BA7D-B809-456D-F814411AAF11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1" name="Freeform: Shape 139">
                <a:extLst>
                  <a:ext uri="{FF2B5EF4-FFF2-40B4-BE49-F238E27FC236}">
                    <a16:creationId xmlns:a16="http://schemas.microsoft.com/office/drawing/2014/main" id="{BA9ABD14-2325-F6B0-DC4C-ACD23EE270A9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2" name="Freeform: Shape 140">
                <a:extLst>
                  <a:ext uri="{FF2B5EF4-FFF2-40B4-BE49-F238E27FC236}">
                    <a16:creationId xmlns:a16="http://schemas.microsoft.com/office/drawing/2014/main" id="{137078ED-08A9-0E71-57AD-945CF4F329F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3" name="Freeform: Shape 141">
                <a:extLst>
                  <a:ext uri="{FF2B5EF4-FFF2-40B4-BE49-F238E27FC236}">
                    <a16:creationId xmlns:a16="http://schemas.microsoft.com/office/drawing/2014/main" id="{4BACD203-C34C-442C-5E19-D242AB38B290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4" name="Freeform: Shape 142">
                <a:extLst>
                  <a:ext uri="{FF2B5EF4-FFF2-40B4-BE49-F238E27FC236}">
                    <a16:creationId xmlns:a16="http://schemas.microsoft.com/office/drawing/2014/main" id="{2692229D-527F-BD28-789E-DE0A3090421C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5" name="Freeform: Shape 143">
                <a:extLst>
                  <a:ext uri="{FF2B5EF4-FFF2-40B4-BE49-F238E27FC236}">
                    <a16:creationId xmlns:a16="http://schemas.microsoft.com/office/drawing/2014/main" id="{4902D0CD-585D-B283-F20F-1497C42DE560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6" name="Freeform: Shape 144">
                <a:extLst>
                  <a:ext uri="{FF2B5EF4-FFF2-40B4-BE49-F238E27FC236}">
                    <a16:creationId xmlns:a16="http://schemas.microsoft.com/office/drawing/2014/main" id="{E7BDD6F4-9EA0-AACB-C560-107C3F8B69DB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7" name="Freeform: Shape 145">
                <a:extLst>
                  <a:ext uri="{FF2B5EF4-FFF2-40B4-BE49-F238E27FC236}">
                    <a16:creationId xmlns:a16="http://schemas.microsoft.com/office/drawing/2014/main" id="{5157DE42-1A13-FA92-424C-1F68A5F52790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8" name="Freeform: Shape 146">
                <a:extLst>
                  <a:ext uri="{FF2B5EF4-FFF2-40B4-BE49-F238E27FC236}">
                    <a16:creationId xmlns:a16="http://schemas.microsoft.com/office/drawing/2014/main" id="{CA2A9167-5B16-82FE-82AB-81DE4975240A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9" name="Freeform: Shape 147">
                <a:extLst>
                  <a:ext uri="{FF2B5EF4-FFF2-40B4-BE49-F238E27FC236}">
                    <a16:creationId xmlns:a16="http://schemas.microsoft.com/office/drawing/2014/main" id="{5B9A7AA3-3856-3210-65D3-7BEA6F82505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0" name="Freeform: Shape 148">
                <a:extLst>
                  <a:ext uri="{FF2B5EF4-FFF2-40B4-BE49-F238E27FC236}">
                    <a16:creationId xmlns:a16="http://schemas.microsoft.com/office/drawing/2014/main" id="{E47671A7-1A7D-595C-230F-8E5CF0D57A5E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1" name="Freeform: Shape 149">
                <a:extLst>
                  <a:ext uri="{FF2B5EF4-FFF2-40B4-BE49-F238E27FC236}">
                    <a16:creationId xmlns:a16="http://schemas.microsoft.com/office/drawing/2014/main" id="{AE325C95-9DB4-4ABC-64E2-C13625EA8F2C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2" name="Freeform: Shape 150">
                <a:extLst>
                  <a:ext uri="{FF2B5EF4-FFF2-40B4-BE49-F238E27FC236}">
                    <a16:creationId xmlns:a16="http://schemas.microsoft.com/office/drawing/2014/main" id="{70470266-8149-DB0F-31AB-D0D227AB5180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3" name="Freeform: Shape 151">
                <a:extLst>
                  <a:ext uri="{FF2B5EF4-FFF2-40B4-BE49-F238E27FC236}">
                    <a16:creationId xmlns:a16="http://schemas.microsoft.com/office/drawing/2014/main" id="{C7DAE5ED-0241-8E68-BB8D-B58F31BD3B24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4" name="Freeform: Shape 152">
                <a:extLst>
                  <a:ext uri="{FF2B5EF4-FFF2-40B4-BE49-F238E27FC236}">
                    <a16:creationId xmlns:a16="http://schemas.microsoft.com/office/drawing/2014/main" id="{52D706E0-6868-E48E-0768-545A5EA16BD1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5" name="Freeform: Shape 153">
                <a:extLst>
                  <a:ext uri="{FF2B5EF4-FFF2-40B4-BE49-F238E27FC236}">
                    <a16:creationId xmlns:a16="http://schemas.microsoft.com/office/drawing/2014/main" id="{3DDF3FAE-C888-F360-DEC2-AC1DF699210C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6" name="Freeform: Shape 154">
                <a:extLst>
                  <a:ext uri="{FF2B5EF4-FFF2-40B4-BE49-F238E27FC236}">
                    <a16:creationId xmlns:a16="http://schemas.microsoft.com/office/drawing/2014/main" id="{94A932A9-A9E7-0A9D-A807-BA3C3F611946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7" name="Freeform: Shape 155">
                <a:extLst>
                  <a:ext uri="{FF2B5EF4-FFF2-40B4-BE49-F238E27FC236}">
                    <a16:creationId xmlns:a16="http://schemas.microsoft.com/office/drawing/2014/main" id="{A3B55091-63C6-729A-C27F-06A0FAF42C97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8" name="Freeform: Shape 156">
                <a:extLst>
                  <a:ext uri="{FF2B5EF4-FFF2-40B4-BE49-F238E27FC236}">
                    <a16:creationId xmlns:a16="http://schemas.microsoft.com/office/drawing/2014/main" id="{EFE4B22A-2167-0F87-9CD0-674492E83261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9" name="Freeform: Shape 157">
                <a:extLst>
                  <a:ext uri="{FF2B5EF4-FFF2-40B4-BE49-F238E27FC236}">
                    <a16:creationId xmlns:a16="http://schemas.microsoft.com/office/drawing/2014/main" id="{78A90422-BCAC-6DA6-D96A-830ADF74AA0E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0" name="Freeform: Shape 158">
                <a:extLst>
                  <a:ext uri="{FF2B5EF4-FFF2-40B4-BE49-F238E27FC236}">
                    <a16:creationId xmlns:a16="http://schemas.microsoft.com/office/drawing/2014/main" id="{7772D494-0CB8-F701-1287-9FA4C8D6FE0D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1" name="Freeform: Shape 159">
                <a:extLst>
                  <a:ext uri="{FF2B5EF4-FFF2-40B4-BE49-F238E27FC236}">
                    <a16:creationId xmlns:a16="http://schemas.microsoft.com/office/drawing/2014/main" id="{7F0F2D36-127A-859C-76A1-D221BBF530FF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2" name="Freeform: Shape 160">
                <a:extLst>
                  <a:ext uri="{FF2B5EF4-FFF2-40B4-BE49-F238E27FC236}">
                    <a16:creationId xmlns:a16="http://schemas.microsoft.com/office/drawing/2014/main" id="{3EFB03EB-F6D2-DC77-46B7-5273B0D351F6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9FF5EF6B-BE6B-08C7-8FC9-3F61FF01A694}"/>
                </a:ext>
              </a:extLst>
            </p:cNvPr>
            <p:cNvGrpSpPr/>
            <p:nvPr/>
          </p:nvGrpSpPr>
          <p:grpSpPr>
            <a:xfrm>
              <a:off x="10787679" y="3577217"/>
              <a:ext cx="1264298" cy="1005053"/>
              <a:chOff x="8867133" y="-492224"/>
              <a:chExt cx="1264298" cy="1005053"/>
            </a:xfrm>
          </p:grpSpPr>
          <p:sp>
            <p:nvSpPr>
              <p:cNvPr id="253" name="Freeform: Shape 131">
                <a:extLst>
                  <a:ext uri="{FF2B5EF4-FFF2-40B4-BE49-F238E27FC236}">
                    <a16:creationId xmlns:a16="http://schemas.microsoft.com/office/drawing/2014/main" id="{2F966702-0E74-EDBB-323B-8408DA208318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4" name="Freeform: Shape 132">
                <a:extLst>
                  <a:ext uri="{FF2B5EF4-FFF2-40B4-BE49-F238E27FC236}">
                    <a16:creationId xmlns:a16="http://schemas.microsoft.com/office/drawing/2014/main" id="{1F1341CA-5706-51C2-9232-4BDC9E9173F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5" name="Freeform: Shape 133">
                <a:extLst>
                  <a:ext uri="{FF2B5EF4-FFF2-40B4-BE49-F238E27FC236}">
                    <a16:creationId xmlns:a16="http://schemas.microsoft.com/office/drawing/2014/main" id="{4C7E1104-2709-9E57-5948-246B6B5152C5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6" name="Freeform: Shape 134">
                <a:extLst>
                  <a:ext uri="{FF2B5EF4-FFF2-40B4-BE49-F238E27FC236}">
                    <a16:creationId xmlns:a16="http://schemas.microsoft.com/office/drawing/2014/main" id="{F301332F-E56B-3CC3-30E6-49C93B40DC36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7" name="Freeform: Shape 135">
                <a:extLst>
                  <a:ext uri="{FF2B5EF4-FFF2-40B4-BE49-F238E27FC236}">
                    <a16:creationId xmlns:a16="http://schemas.microsoft.com/office/drawing/2014/main" id="{41F265F0-B8F1-015D-BCC0-97B113B619E2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8" name="Freeform: Shape 136">
                <a:extLst>
                  <a:ext uri="{FF2B5EF4-FFF2-40B4-BE49-F238E27FC236}">
                    <a16:creationId xmlns:a16="http://schemas.microsoft.com/office/drawing/2014/main" id="{960EDF1E-2D4E-4CF2-F034-B14441F0970F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9" name="Freeform: Shape 137">
                <a:extLst>
                  <a:ext uri="{FF2B5EF4-FFF2-40B4-BE49-F238E27FC236}">
                    <a16:creationId xmlns:a16="http://schemas.microsoft.com/office/drawing/2014/main" id="{8219C2D0-3D15-92BC-7A08-F593D2B0705E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0" name="Freeform: Shape 138">
                <a:extLst>
                  <a:ext uri="{FF2B5EF4-FFF2-40B4-BE49-F238E27FC236}">
                    <a16:creationId xmlns:a16="http://schemas.microsoft.com/office/drawing/2014/main" id="{FC446D3A-93F5-A7B2-CB8A-CF350A97393E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1" name="Freeform: Shape 139">
                <a:extLst>
                  <a:ext uri="{FF2B5EF4-FFF2-40B4-BE49-F238E27FC236}">
                    <a16:creationId xmlns:a16="http://schemas.microsoft.com/office/drawing/2014/main" id="{ED0AE599-36DC-C779-194C-7093CCF4F207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2" name="Freeform: Shape 140">
                <a:extLst>
                  <a:ext uri="{FF2B5EF4-FFF2-40B4-BE49-F238E27FC236}">
                    <a16:creationId xmlns:a16="http://schemas.microsoft.com/office/drawing/2014/main" id="{FD1CF0C5-F958-B124-D51E-218915F636F1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3" name="Freeform: Shape 141">
                <a:extLst>
                  <a:ext uri="{FF2B5EF4-FFF2-40B4-BE49-F238E27FC236}">
                    <a16:creationId xmlns:a16="http://schemas.microsoft.com/office/drawing/2014/main" id="{FBB77B73-BE23-4E32-E55B-84BED8CAA3FE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4" name="Freeform: Shape 142">
                <a:extLst>
                  <a:ext uri="{FF2B5EF4-FFF2-40B4-BE49-F238E27FC236}">
                    <a16:creationId xmlns:a16="http://schemas.microsoft.com/office/drawing/2014/main" id="{3D966FF4-8901-796C-FEDA-93A9FC5BF2CF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5" name="Freeform: Shape 143">
                <a:extLst>
                  <a:ext uri="{FF2B5EF4-FFF2-40B4-BE49-F238E27FC236}">
                    <a16:creationId xmlns:a16="http://schemas.microsoft.com/office/drawing/2014/main" id="{9963E82D-64D1-CE96-9AB2-4D48F3EF2514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6" name="Freeform: Shape 144">
                <a:extLst>
                  <a:ext uri="{FF2B5EF4-FFF2-40B4-BE49-F238E27FC236}">
                    <a16:creationId xmlns:a16="http://schemas.microsoft.com/office/drawing/2014/main" id="{202902B0-2314-D6F0-4822-EF986647120A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7" name="Freeform: Shape 145">
                <a:extLst>
                  <a:ext uri="{FF2B5EF4-FFF2-40B4-BE49-F238E27FC236}">
                    <a16:creationId xmlns:a16="http://schemas.microsoft.com/office/drawing/2014/main" id="{B890E0B9-9DB0-6AF8-DA0B-2E13F9CE8794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8" name="Freeform: Shape 146">
                <a:extLst>
                  <a:ext uri="{FF2B5EF4-FFF2-40B4-BE49-F238E27FC236}">
                    <a16:creationId xmlns:a16="http://schemas.microsoft.com/office/drawing/2014/main" id="{73593DB9-3722-596D-9FAB-0EA88B852D42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9" name="Freeform: Shape 147">
                <a:extLst>
                  <a:ext uri="{FF2B5EF4-FFF2-40B4-BE49-F238E27FC236}">
                    <a16:creationId xmlns:a16="http://schemas.microsoft.com/office/drawing/2014/main" id="{2318831A-ADAF-D87A-D4F6-EB76D5D9DC00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0" name="Freeform: Shape 148">
                <a:extLst>
                  <a:ext uri="{FF2B5EF4-FFF2-40B4-BE49-F238E27FC236}">
                    <a16:creationId xmlns:a16="http://schemas.microsoft.com/office/drawing/2014/main" id="{B4219E9B-FE83-1E92-D605-3C7B484AEAC5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1" name="Freeform: Shape 149">
                <a:extLst>
                  <a:ext uri="{FF2B5EF4-FFF2-40B4-BE49-F238E27FC236}">
                    <a16:creationId xmlns:a16="http://schemas.microsoft.com/office/drawing/2014/main" id="{49D5BA8F-0278-79EE-B1E7-FE80E5DF6CCA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2" name="Freeform: Shape 150">
                <a:extLst>
                  <a:ext uri="{FF2B5EF4-FFF2-40B4-BE49-F238E27FC236}">
                    <a16:creationId xmlns:a16="http://schemas.microsoft.com/office/drawing/2014/main" id="{C49E4EE3-0FFE-CB9E-CC73-2A1AFC71B8A7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3" name="Freeform: Shape 151">
                <a:extLst>
                  <a:ext uri="{FF2B5EF4-FFF2-40B4-BE49-F238E27FC236}">
                    <a16:creationId xmlns:a16="http://schemas.microsoft.com/office/drawing/2014/main" id="{D786AF54-38CE-0657-338E-6EEFBC8BE2B0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4" name="Freeform: Shape 152">
                <a:extLst>
                  <a:ext uri="{FF2B5EF4-FFF2-40B4-BE49-F238E27FC236}">
                    <a16:creationId xmlns:a16="http://schemas.microsoft.com/office/drawing/2014/main" id="{BAAA88C8-ADC8-FDA0-56DC-1AD099FE49B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5" name="Freeform: Shape 153">
                <a:extLst>
                  <a:ext uri="{FF2B5EF4-FFF2-40B4-BE49-F238E27FC236}">
                    <a16:creationId xmlns:a16="http://schemas.microsoft.com/office/drawing/2014/main" id="{7F016FFF-9C30-2706-94DE-E99446C82EAE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6" name="Freeform: Shape 154">
                <a:extLst>
                  <a:ext uri="{FF2B5EF4-FFF2-40B4-BE49-F238E27FC236}">
                    <a16:creationId xmlns:a16="http://schemas.microsoft.com/office/drawing/2014/main" id="{785E9A80-4398-E072-7E55-73F370C2DE6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7" name="Freeform: Shape 155">
                <a:extLst>
                  <a:ext uri="{FF2B5EF4-FFF2-40B4-BE49-F238E27FC236}">
                    <a16:creationId xmlns:a16="http://schemas.microsoft.com/office/drawing/2014/main" id="{807B3314-E6F2-45BC-DA08-A6B33C2B8CDB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8" name="Freeform: Shape 156">
                <a:extLst>
                  <a:ext uri="{FF2B5EF4-FFF2-40B4-BE49-F238E27FC236}">
                    <a16:creationId xmlns:a16="http://schemas.microsoft.com/office/drawing/2014/main" id="{7EC15654-E5FD-F098-04B5-AD3B44049F9E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9" name="Freeform: Shape 157">
                <a:extLst>
                  <a:ext uri="{FF2B5EF4-FFF2-40B4-BE49-F238E27FC236}">
                    <a16:creationId xmlns:a16="http://schemas.microsoft.com/office/drawing/2014/main" id="{84FF780F-546E-C892-EF4C-D62E02A7ED0E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0" name="Freeform: Shape 158">
                <a:extLst>
                  <a:ext uri="{FF2B5EF4-FFF2-40B4-BE49-F238E27FC236}">
                    <a16:creationId xmlns:a16="http://schemas.microsoft.com/office/drawing/2014/main" id="{078905F8-B95A-2FB3-DF5E-B4389AE7D50F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1" name="Freeform: Shape 159">
                <a:extLst>
                  <a:ext uri="{FF2B5EF4-FFF2-40B4-BE49-F238E27FC236}">
                    <a16:creationId xmlns:a16="http://schemas.microsoft.com/office/drawing/2014/main" id="{6189FBFB-389B-B278-2553-FC5F28D9BE73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2" name="Freeform: Shape 160">
                <a:extLst>
                  <a:ext uri="{FF2B5EF4-FFF2-40B4-BE49-F238E27FC236}">
                    <a16:creationId xmlns:a16="http://schemas.microsoft.com/office/drawing/2014/main" id="{B9582A29-926B-4022-74E9-E80BCDF41A62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7765B2B6-F687-B1A0-C8CB-B480269B7D5D}"/>
                </a:ext>
              </a:extLst>
            </p:cNvPr>
            <p:cNvGrpSpPr/>
            <p:nvPr/>
          </p:nvGrpSpPr>
          <p:grpSpPr>
            <a:xfrm>
              <a:off x="10790283" y="4770606"/>
              <a:ext cx="1264298" cy="1005053"/>
              <a:chOff x="8867133" y="-492224"/>
              <a:chExt cx="1264298" cy="1005053"/>
            </a:xfrm>
          </p:grpSpPr>
          <p:sp>
            <p:nvSpPr>
              <p:cNvPr id="223" name="Freeform: Shape 131">
                <a:extLst>
                  <a:ext uri="{FF2B5EF4-FFF2-40B4-BE49-F238E27FC236}">
                    <a16:creationId xmlns:a16="http://schemas.microsoft.com/office/drawing/2014/main" id="{A18B3889-AB13-53BE-2D2C-5F3058D92D73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4" name="Freeform: Shape 132">
                <a:extLst>
                  <a:ext uri="{FF2B5EF4-FFF2-40B4-BE49-F238E27FC236}">
                    <a16:creationId xmlns:a16="http://schemas.microsoft.com/office/drawing/2014/main" id="{0B197A8F-A1CF-9810-93C5-874DAAE3B85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5" name="Freeform: Shape 133">
                <a:extLst>
                  <a:ext uri="{FF2B5EF4-FFF2-40B4-BE49-F238E27FC236}">
                    <a16:creationId xmlns:a16="http://schemas.microsoft.com/office/drawing/2014/main" id="{9D9D23BA-BB7A-4533-A18F-A978297A75DD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6" name="Freeform: Shape 134">
                <a:extLst>
                  <a:ext uri="{FF2B5EF4-FFF2-40B4-BE49-F238E27FC236}">
                    <a16:creationId xmlns:a16="http://schemas.microsoft.com/office/drawing/2014/main" id="{BBA049FF-0CA9-5777-F3EC-9CBF878B188B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7" name="Freeform: Shape 135">
                <a:extLst>
                  <a:ext uri="{FF2B5EF4-FFF2-40B4-BE49-F238E27FC236}">
                    <a16:creationId xmlns:a16="http://schemas.microsoft.com/office/drawing/2014/main" id="{9EB985FC-006E-6E22-D801-FFF1C621D466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8" name="Freeform: Shape 136">
                <a:extLst>
                  <a:ext uri="{FF2B5EF4-FFF2-40B4-BE49-F238E27FC236}">
                    <a16:creationId xmlns:a16="http://schemas.microsoft.com/office/drawing/2014/main" id="{16F63C8C-77B6-ED30-7F41-34F662BFBFFE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9" name="Freeform: Shape 137">
                <a:extLst>
                  <a:ext uri="{FF2B5EF4-FFF2-40B4-BE49-F238E27FC236}">
                    <a16:creationId xmlns:a16="http://schemas.microsoft.com/office/drawing/2014/main" id="{0737BEA7-5D85-2AD8-00E7-04CCFFA8958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0" name="Freeform: Shape 138">
                <a:extLst>
                  <a:ext uri="{FF2B5EF4-FFF2-40B4-BE49-F238E27FC236}">
                    <a16:creationId xmlns:a16="http://schemas.microsoft.com/office/drawing/2014/main" id="{BF8C2B69-152E-74FE-9E61-7235B8B48C2B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1" name="Freeform: Shape 139">
                <a:extLst>
                  <a:ext uri="{FF2B5EF4-FFF2-40B4-BE49-F238E27FC236}">
                    <a16:creationId xmlns:a16="http://schemas.microsoft.com/office/drawing/2014/main" id="{A7DBE652-36DF-9163-08EA-EA412F47EA5D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2" name="Freeform: Shape 140">
                <a:extLst>
                  <a:ext uri="{FF2B5EF4-FFF2-40B4-BE49-F238E27FC236}">
                    <a16:creationId xmlns:a16="http://schemas.microsoft.com/office/drawing/2014/main" id="{D80C1650-9F41-3245-43E5-4DB873E10329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3" name="Freeform: Shape 141">
                <a:extLst>
                  <a:ext uri="{FF2B5EF4-FFF2-40B4-BE49-F238E27FC236}">
                    <a16:creationId xmlns:a16="http://schemas.microsoft.com/office/drawing/2014/main" id="{CAF9A948-8F72-203E-3516-C758594DB9F5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4" name="Freeform: Shape 142">
                <a:extLst>
                  <a:ext uri="{FF2B5EF4-FFF2-40B4-BE49-F238E27FC236}">
                    <a16:creationId xmlns:a16="http://schemas.microsoft.com/office/drawing/2014/main" id="{1EAD676A-689E-D3C3-7D9D-C4651E466E7C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5" name="Freeform: Shape 143">
                <a:extLst>
                  <a:ext uri="{FF2B5EF4-FFF2-40B4-BE49-F238E27FC236}">
                    <a16:creationId xmlns:a16="http://schemas.microsoft.com/office/drawing/2014/main" id="{4E638940-93C1-F526-9CD1-DCD4ED731490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6" name="Freeform: Shape 144">
                <a:extLst>
                  <a:ext uri="{FF2B5EF4-FFF2-40B4-BE49-F238E27FC236}">
                    <a16:creationId xmlns:a16="http://schemas.microsoft.com/office/drawing/2014/main" id="{B1D81BAB-ECCC-A195-ECC8-C46CF423AA5E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7" name="Freeform: Shape 145">
                <a:extLst>
                  <a:ext uri="{FF2B5EF4-FFF2-40B4-BE49-F238E27FC236}">
                    <a16:creationId xmlns:a16="http://schemas.microsoft.com/office/drawing/2014/main" id="{05C89757-E599-FECF-2D50-5955585297AC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8" name="Freeform: Shape 146">
                <a:extLst>
                  <a:ext uri="{FF2B5EF4-FFF2-40B4-BE49-F238E27FC236}">
                    <a16:creationId xmlns:a16="http://schemas.microsoft.com/office/drawing/2014/main" id="{E1360129-27B1-BD79-C8AA-8F44DB5A3B33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9" name="Freeform: Shape 147">
                <a:extLst>
                  <a:ext uri="{FF2B5EF4-FFF2-40B4-BE49-F238E27FC236}">
                    <a16:creationId xmlns:a16="http://schemas.microsoft.com/office/drawing/2014/main" id="{13DFD579-809B-8474-883A-4B55CDD32D9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0" name="Freeform: Shape 148">
                <a:extLst>
                  <a:ext uri="{FF2B5EF4-FFF2-40B4-BE49-F238E27FC236}">
                    <a16:creationId xmlns:a16="http://schemas.microsoft.com/office/drawing/2014/main" id="{88EA25CE-7CB4-5194-ED47-61E059C6944B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1" name="Freeform: Shape 149">
                <a:extLst>
                  <a:ext uri="{FF2B5EF4-FFF2-40B4-BE49-F238E27FC236}">
                    <a16:creationId xmlns:a16="http://schemas.microsoft.com/office/drawing/2014/main" id="{2D8D8CE6-E1B7-587A-847C-5941ACB9AC15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2" name="Freeform: Shape 150">
                <a:extLst>
                  <a:ext uri="{FF2B5EF4-FFF2-40B4-BE49-F238E27FC236}">
                    <a16:creationId xmlns:a16="http://schemas.microsoft.com/office/drawing/2014/main" id="{8BC5CBC6-9EE9-39D7-ED8F-07710A360E00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3" name="Freeform: Shape 151">
                <a:extLst>
                  <a:ext uri="{FF2B5EF4-FFF2-40B4-BE49-F238E27FC236}">
                    <a16:creationId xmlns:a16="http://schemas.microsoft.com/office/drawing/2014/main" id="{1B3D5177-AF08-AB1C-DC75-17BBB1F301EE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4" name="Freeform: Shape 152">
                <a:extLst>
                  <a:ext uri="{FF2B5EF4-FFF2-40B4-BE49-F238E27FC236}">
                    <a16:creationId xmlns:a16="http://schemas.microsoft.com/office/drawing/2014/main" id="{1A722BFE-03A6-890F-92C9-AABC3C35AF7A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5" name="Freeform: Shape 153">
                <a:extLst>
                  <a:ext uri="{FF2B5EF4-FFF2-40B4-BE49-F238E27FC236}">
                    <a16:creationId xmlns:a16="http://schemas.microsoft.com/office/drawing/2014/main" id="{78053181-E1FD-7EC5-8947-FB4A54AA7E5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6" name="Freeform: Shape 154">
                <a:extLst>
                  <a:ext uri="{FF2B5EF4-FFF2-40B4-BE49-F238E27FC236}">
                    <a16:creationId xmlns:a16="http://schemas.microsoft.com/office/drawing/2014/main" id="{9ED2E186-9CFC-81CF-7691-8085C576E840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7" name="Freeform: Shape 155">
                <a:extLst>
                  <a:ext uri="{FF2B5EF4-FFF2-40B4-BE49-F238E27FC236}">
                    <a16:creationId xmlns:a16="http://schemas.microsoft.com/office/drawing/2014/main" id="{9EB89204-39A6-4131-F605-2828D960BF1C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8" name="Freeform: Shape 156">
                <a:extLst>
                  <a:ext uri="{FF2B5EF4-FFF2-40B4-BE49-F238E27FC236}">
                    <a16:creationId xmlns:a16="http://schemas.microsoft.com/office/drawing/2014/main" id="{4ADB8665-025E-D139-05C5-F5C3012D55AE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9" name="Freeform: Shape 157">
                <a:extLst>
                  <a:ext uri="{FF2B5EF4-FFF2-40B4-BE49-F238E27FC236}">
                    <a16:creationId xmlns:a16="http://schemas.microsoft.com/office/drawing/2014/main" id="{8131E12C-599B-E502-7A80-678C7CEC1ACD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0" name="Freeform: Shape 158">
                <a:extLst>
                  <a:ext uri="{FF2B5EF4-FFF2-40B4-BE49-F238E27FC236}">
                    <a16:creationId xmlns:a16="http://schemas.microsoft.com/office/drawing/2014/main" id="{C0E3567B-CB0B-EB69-D811-09D763F85B60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1" name="Freeform: Shape 159">
                <a:extLst>
                  <a:ext uri="{FF2B5EF4-FFF2-40B4-BE49-F238E27FC236}">
                    <a16:creationId xmlns:a16="http://schemas.microsoft.com/office/drawing/2014/main" id="{6BFF59CA-0AB7-F3D3-766B-50E9FF642A78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2" name="Freeform: Shape 160">
                <a:extLst>
                  <a:ext uri="{FF2B5EF4-FFF2-40B4-BE49-F238E27FC236}">
                    <a16:creationId xmlns:a16="http://schemas.microsoft.com/office/drawing/2014/main" id="{CFF006CC-2504-600E-8C8D-061BF611536F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20FAEAC8-7633-C0ED-16D8-85DD90DB6BA7}"/>
                </a:ext>
              </a:extLst>
            </p:cNvPr>
            <p:cNvGrpSpPr/>
            <p:nvPr/>
          </p:nvGrpSpPr>
          <p:grpSpPr>
            <a:xfrm>
              <a:off x="10701084" y="5836321"/>
              <a:ext cx="1493520" cy="1021679"/>
              <a:chOff x="10698480" y="0"/>
              <a:chExt cx="1493520" cy="1021679"/>
            </a:xfrm>
          </p:grpSpPr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EBCF0B54-351D-C38D-7663-135FEC1FF921}"/>
                  </a:ext>
                </a:extLst>
              </p:cNvPr>
              <p:cNvSpPr/>
              <p:nvPr/>
            </p:nvSpPr>
            <p:spPr>
              <a:xfrm>
                <a:off x="10698480" y="0"/>
                <a:ext cx="1493520" cy="102167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99" name="Group 198">
                <a:extLst>
                  <a:ext uri="{FF2B5EF4-FFF2-40B4-BE49-F238E27FC236}">
                    <a16:creationId xmlns:a16="http://schemas.microsoft.com/office/drawing/2014/main" id="{AA008DC5-5FFA-3CA6-E50E-455ED3A807FA}"/>
                  </a:ext>
                </a:extLst>
              </p:cNvPr>
              <p:cNvGrpSpPr/>
              <p:nvPr/>
            </p:nvGrpSpPr>
            <p:grpSpPr>
              <a:xfrm>
                <a:off x="10787679" y="97530"/>
                <a:ext cx="1264298" cy="769086"/>
                <a:chOff x="8867133" y="-492224"/>
                <a:chExt cx="1264298" cy="769086"/>
              </a:xfrm>
            </p:grpSpPr>
            <p:sp>
              <p:nvSpPr>
                <p:cNvPr id="200" name="Freeform: Shape 131">
                  <a:extLst>
                    <a:ext uri="{FF2B5EF4-FFF2-40B4-BE49-F238E27FC236}">
                      <a16:creationId xmlns:a16="http://schemas.microsoft.com/office/drawing/2014/main" id="{614D64B0-A2BB-D2A1-7B26-719E2968FB78}"/>
                    </a:ext>
                  </a:extLst>
                </p:cNvPr>
                <p:cNvSpPr/>
                <p:nvPr/>
              </p:nvSpPr>
              <p:spPr>
                <a:xfrm>
                  <a:off x="8868533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1" name="Freeform: Shape 132">
                  <a:extLst>
                    <a:ext uri="{FF2B5EF4-FFF2-40B4-BE49-F238E27FC236}">
                      <a16:creationId xmlns:a16="http://schemas.microsoft.com/office/drawing/2014/main" id="{324D23FB-7C6E-2B25-2737-824F9C2827AA}"/>
                    </a:ext>
                  </a:extLst>
                </p:cNvPr>
                <p:cNvSpPr/>
                <p:nvPr/>
              </p:nvSpPr>
              <p:spPr>
                <a:xfrm>
                  <a:off x="9108570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2" name="Freeform: Shape 133">
                  <a:extLst>
                    <a:ext uri="{FF2B5EF4-FFF2-40B4-BE49-F238E27FC236}">
                      <a16:creationId xmlns:a16="http://schemas.microsoft.com/office/drawing/2014/main" id="{291001BA-A2AD-02D8-95F8-1AFD49B52004}"/>
                    </a:ext>
                  </a:extLst>
                </p:cNvPr>
                <p:cNvSpPr/>
                <p:nvPr/>
              </p:nvSpPr>
              <p:spPr>
                <a:xfrm>
                  <a:off x="9348607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3" name="Freeform: Shape 134">
                  <a:extLst>
                    <a:ext uri="{FF2B5EF4-FFF2-40B4-BE49-F238E27FC236}">
                      <a16:creationId xmlns:a16="http://schemas.microsoft.com/office/drawing/2014/main" id="{95E36737-AF0F-ADF0-EC67-4A0287AEF073}"/>
                    </a:ext>
                  </a:extLst>
                </p:cNvPr>
                <p:cNvSpPr/>
                <p:nvPr/>
              </p:nvSpPr>
              <p:spPr>
                <a:xfrm>
                  <a:off x="9588518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4" name="Freeform: Shape 135">
                  <a:extLst>
                    <a:ext uri="{FF2B5EF4-FFF2-40B4-BE49-F238E27FC236}">
                      <a16:creationId xmlns:a16="http://schemas.microsoft.com/office/drawing/2014/main" id="{9006DC27-8FCF-44EE-A555-031F1AB45970}"/>
                    </a:ext>
                  </a:extLst>
                </p:cNvPr>
                <p:cNvSpPr/>
                <p:nvPr/>
              </p:nvSpPr>
              <p:spPr>
                <a:xfrm>
                  <a:off x="9828555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5" name="Freeform: Shape 136">
                  <a:extLst>
                    <a:ext uri="{FF2B5EF4-FFF2-40B4-BE49-F238E27FC236}">
                      <a16:creationId xmlns:a16="http://schemas.microsoft.com/office/drawing/2014/main" id="{DDF25CA9-EE35-7569-A3D5-3C55FEF10432}"/>
                    </a:ext>
                  </a:extLst>
                </p:cNvPr>
                <p:cNvSpPr/>
                <p:nvPr/>
              </p:nvSpPr>
              <p:spPr>
                <a:xfrm>
                  <a:off x="10068592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6" name="Freeform: Shape 137">
                  <a:extLst>
                    <a:ext uri="{FF2B5EF4-FFF2-40B4-BE49-F238E27FC236}">
                      <a16:creationId xmlns:a16="http://schemas.microsoft.com/office/drawing/2014/main" id="{E79EEFAE-90A4-0F6A-627E-57F7B43CFA26}"/>
                    </a:ext>
                  </a:extLst>
                </p:cNvPr>
                <p:cNvSpPr/>
                <p:nvPr/>
              </p:nvSpPr>
              <p:spPr>
                <a:xfrm>
                  <a:off x="8868533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7" name="Freeform: Shape 138">
                  <a:extLst>
                    <a:ext uri="{FF2B5EF4-FFF2-40B4-BE49-F238E27FC236}">
                      <a16:creationId xmlns:a16="http://schemas.microsoft.com/office/drawing/2014/main" id="{877D0A70-5296-AF0A-A358-0EC98CD2AD16}"/>
                    </a:ext>
                  </a:extLst>
                </p:cNvPr>
                <p:cNvSpPr/>
                <p:nvPr/>
              </p:nvSpPr>
              <p:spPr>
                <a:xfrm>
                  <a:off x="9108570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8" name="Freeform: Shape 139">
                  <a:extLst>
                    <a:ext uri="{FF2B5EF4-FFF2-40B4-BE49-F238E27FC236}">
                      <a16:creationId xmlns:a16="http://schemas.microsoft.com/office/drawing/2014/main" id="{A4254E57-33F3-3BAD-FF68-22B91BE861EF}"/>
                    </a:ext>
                  </a:extLst>
                </p:cNvPr>
                <p:cNvSpPr/>
                <p:nvPr/>
              </p:nvSpPr>
              <p:spPr>
                <a:xfrm>
                  <a:off x="9348607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9" name="Freeform: Shape 140">
                  <a:extLst>
                    <a:ext uri="{FF2B5EF4-FFF2-40B4-BE49-F238E27FC236}">
                      <a16:creationId xmlns:a16="http://schemas.microsoft.com/office/drawing/2014/main" id="{94B6A35E-F6A5-0526-3F52-2DBC259D906E}"/>
                    </a:ext>
                  </a:extLst>
                </p:cNvPr>
                <p:cNvSpPr/>
                <p:nvPr/>
              </p:nvSpPr>
              <p:spPr>
                <a:xfrm>
                  <a:off x="9588518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0" name="Freeform: Shape 141">
                  <a:extLst>
                    <a:ext uri="{FF2B5EF4-FFF2-40B4-BE49-F238E27FC236}">
                      <a16:creationId xmlns:a16="http://schemas.microsoft.com/office/drawing/2014/main" id="{110BD815-9C88-3C27-3EFA-5D4E89D776D1}"/>
                    </a:ext>
                  </a:extLst>
                </p:cNvPr>
                <p:cNvSpPr/>
                <p:nvPr/>
              </p:nvSpPr>
              <p:spPr>
                <a:xfrm>
                  <a:off x="9828555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189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189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1" name="Freeform: Shape 142">
                  <a:extLst>
                    <a:ext uri="{FF2B5EF4-FFF2-40B4-BE49-F238E27FC236}">
                      <a16:creationId xmlns:a16="http://schemas.microsoft.com/office/drawing/2014/main" id="{4F9E96E1-8F79-42DD-3D00-2076779EAE38}"/>
                    </a:ext>
                  </a:extLst>
                </p:cNvPr>
                <p:cNvSpPr/>
                <p:nvPr/>
              </p:nvSpPr>
              <p:spPr>
                <a:xfrm>
                  <a:off x="10068592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2" name="Freeform: Shape 143">
                  <a:extLst>
                    <a:ext uri="{FF2B5EF4-FFF2-40B4-BE49-F238E27FC236}">
                      <a16:creationId xmlns:a16="http://schemas.microsoft.com/office/drawing/2014/main" id="{E4DA058D-277D-CDF6-04B1-63B3BD9C9A0A}"/>
                    </a:ext>
                  </a:extLst>
                </p:cNvPr>
                <p:cNvSpPr/>
                <p:nvPr/>
              </p:nvSpPr>
              <p:spPr>
                <a:xfrm>
                  <a:off x="8868533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3" name="Freeform: Shape 144">
                  <a:extLst>
                    <a:ext uri="{FF2B5EF4-FFF2-40B4-BE49-F238E27FC236}">
                      <a16:creationId xmlns:a16="http://schemas.microsoft.com/office/drawing/2014/main" id="{6F10E194-1BD8-3EDC-7EE8-7E8405DF57D5}"/>
                    </a:ext>
                  </a:extLst>
                </p:cNvPr>
                <p:cNvSpPr/>
                <p:nvPr/>
              </p:nvSpPr>
              <p:spPr>
                <a:xfrm>
                  <a:off x="9108570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4" name="Freeform: Shape 145">
                  <a:extLst>
                    <a:ext uri="{FF2B5EF4-FFF2-40B4-BE49-F238E27FC236}">
                      <a16:creationId xmlns:a16="http://schemas.microsoft.com/office/drawing/2014/main" id="{29D06D89-63A6-FE9F-3E58-F2D4B46839EF}"/>
                    </a:ext>
                  </a:extLst>
                </p:cNvPr>
                <p:cNvSpPr/>
                <p:nvPr/>
              </p:nvSpPr>
              <p:spPr>
                <a:xfrm>
                  <a:off x="9348607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5" name="Freeform: Shape 146">
                  <a:extLst>
                    <a:ext uri="{FF2B5EF4-FFF2-40B4-BE49-F238E27FC236}">
                      <a16:creationId xmlns:a16="http://schemas.microsoft.com/office/drawing/2014/main" id="{32051BFF-00A7-EA0F-73E4-61C59544F79F}"/>
                    </a:ext>
                  </a:extLst>
                </p:cNvPr>
                <p:cNvSpPr/>
                <p:nvPr/>
              </p:nvSpPr>
              <p:spPr>
                <a:xfrm>
                  <a:off x="9588518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6" name="Freeform: Shape 147">
                  <a:extLst>
                    <a:ext uri="{FF2B5EF4-FFF2-40B4-BE49-F238E27FC236}">
                      <a16:creationId xmlns:a16="http://schemas.microsoft.com/office/drawing/2014/main" id="{9B9F7A47-A865-B219-73AD-8FA60BD49DCC}"/>
                    </a:ext>
                  </a:extLst>
                </p:cNvPr>
                <p:cNvSpPr/>
                <p:nvPr/>
              </p:nvSpPr>
              <p:spPr>
                <a:xfrm>
                  <a:off x="9828555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189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189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7" name="Freeform: Shape 155">
                  <a:extLst>
                    <a:ext uri="{FF2B5EF4-FFF2-40B4-BE49-F238E27FC236}">
                      <a16:creationId xmlns:a16="http://schemas.microsoft.com/office/drawing/2014/main" id="{B529A8E0-4EBA-B745-FF64-0C7EB1DAAB0B}"/>
                    </a:ext>
                  </a:extLst>
                </p:cNvPr>
                <p:cNvSpPr/>
                <p:nvPr/>
              </p:nvSpPr>
              <p:spPr>
                <a:xfrm>
                  <a:off x="8867133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8" name="Freeform: Shape 156">
                  <a:extLst>
                    <a:ext uri="{FF2B5EF4-FFF2-40B4-BE49-F238E27FC236}">
                      <a16:creationId xmlns:a16="http://schemas.microsoft.com/office/drawing/2014/main" id="{D732A7E1-68DA-2E1E-96AF-14C8FA7FE6FA}"/>
                    </a:ext>
                  </a:extLst>
                </p:cNvPr>
                <p:cNvSpPr/>
                <p:nvPr/>
              </p:nvSpPr>
              <p:spPr>
                <a:xfrm>
                  <a:off x="9107171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39 w 62839"/>
                    <a:gd name="connsiteY8" fmla="*/ 62713 h 62712"/>
                    <a:gd name="connsiteX9" fmla="*/ 62839 w 62839"/>
                    <a:gd name="connsiteY9" fmla="*/ 4961 h 62712"/>
                    <a:gd name="connsiteX10" fmla="*/ 62839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39" y="62713"/>
                      </a:lnTo>
                      <a:lnTo>
                        <a:pt x="62839" y="4961"/>
                      </a:lnTo>
                      <a:lnTo>
                        <a:pt x="62839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9" name="Freeform: Shape 157">
                  <a:extLst>
                    <a:ext uri="{FF2B5EF4-FFF2-40B4-BE49-F238E27FC236}">
                      <a16:creationId xmlns:a16="http://schemas.microsoft.com/office/drawing/2014/main" id="{636C6756-93AE-738D-2BDB-946C87602CBD}"/>
                    </a:ext>
                  </a:extLst>
                </p:cNvPr>
                <p:cNvSpPr/>
                <p:nvPr/>
              </p:nvSpPr>
              <p:spPr>
                <a:xfrm>
                  <a:off x="9347208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0" name="Freeform: Shape 158">
                  <a:extLst>
                    <a:ext uri="{FF2B5EF4-FFF2-40B4-BE49-F238E27FC236}">
                      <a16:creationId xmlns:a16="http://schemas.microsoft.com/office/drawing/2014/main" id="{9FB60ACC-4591-B6D6-CEA9-4A460BE73A10}"/>
                    </a:ext>
                  </a:extLst>
                </p:cNvPr>
                <p:cNvSpPr/>
                <p:nvPr/>
              </p:nvSpPr>
              <p:spPr>
                <a:xfrm>
                  <a:off x="9587118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1" name="Freeform: Shape 159">
                  <a:extLst>
                    <a:ext uri="{FF2B5EF4-FFF2-40B4-BE49-F238E27FC236}">
                      <a16:creationId xmlns:a16="http://schemas.microsoft.com/office/drawing/2014/main" id="{EB34CB89-D635-0812-1F6D-50E856B38781}"/>
                    </a:ext>
                  </a:extLst>
                </p:cNvPr>
                <p:cNvSpPr/>
                <p:nvPr/>
              </p:nvSpPr>
              <p:spPr>
                <a:xfrm>
                  <a:off x="9827155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2" name="Freeform: Shape 160">
                  <a:extLst>
                    <a:ext uri="{FF2B5EF4-FFF2-40B4-BE49-F238E27FC236}">
                      <a16:creationId xmlns:a16="http://schemas.microsoft.com/office/drawing/2014/main" id="{ED8CA160-B795-D671-8597-3F60E34FAA0B}"/>
                    </a:ext>
                  </a:extLst>
                </p:cNvPr>
                <p:cNvSpPr/>
                <p:nvPr/>
              </p:nvSpPr>
              <p:spPr>
                <a:xfrm>
                  <a:off x="10067193" y="-492224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63797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icture Lef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45116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8850" y="2295525"/>
            <a:ext cx="4006850" cy="3721100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05ACB0B-83D6-2B04-8AC5-4F89119F9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841375"/>
            <a:ext cx="8547100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872869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icture Left Cont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45116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8850" y="2295525"/>
            <a:ext cx="4006850" cy="3721100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05ACB0B-83D6-2B04-8AC5-4F89119F9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841375"/>
            <a:ext cx="8547100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885803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4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9006010" cy="2578647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8993309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2802540-9D17-2CC9-FBE9-CFED3230EE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5356E6B-0EA2-F6E9-AF30-A3A66A25F2BD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52736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white/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1"/>
                </a:solidFill>
                <a:latin typeface="Outfit Light" pitchFamily="2" charset="0"/>
              </a:defRPr>
            </a:lvl1pPr>
          </a:lstStyle>
          <a:p>
            <a:r>
              <a:rPr lang="en-US" dirty="0"/>
              <a:t>energy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900601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8993309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BB43FACA-FBC2-0633-CE89-84238C1DAAC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33B0035-E6A3-AD30-2EF3-23D401CF2E9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10824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5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9006010" cy="2568137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3"/>
            <a:ext cx="8993309" cy="1327112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5634395-AFB9-1964-945B-EAB79638442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6F8408E-8DC5-BC4F-218E-F4A49E630812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57614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4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6"/>
            <a:ext cx="9006010" cy="2452522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8993309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29E37D8-5073-8420-E497-7D71636ABDB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F93878B-70D6-3441-AFD9-B2506613940C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bg1"/>
                </a:solidFill>
              </a:rPr>
              <a:pPr algn="ct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31031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15528" y="0"/>
            <a:ext cx="3776472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340" y="841375"/>
            <a:ext cx="5919909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5907210" cy="376872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 sz="1800"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 sz="1600"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B61184C-B93E-ECFD-8108-B0FDA2FECBC8}"/>
              </a:ext>
            </a:extLst>
          </p:cNvPr>
          <p:cNvSpPr/>
          <p:nvPr userDrawn="1"/>
        </p:nvSpPr>
        <p:spPr>
          <a:xfrm>
            <a:off x="11411458" y="508"/>
            <a:ext cx="12700" cy="6858000"/>
          </a:xfrm>
          <a:custGeom>
            <a:avLst/>
            <a:gdLst>
              <a:gd name="connsiteX0" fmla="*/ 0 w 12700"/>
              <a:gd name="connsiteY0" fmla="*/ 0 h 6858000"/>
              <a:gd name="connsiteX1" fmla="*/ 0 w 12700"/>
              <a:gd name="connsiteY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3174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6FC539C-1B87-F249-E2CC-DF39C875803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087513A7-C127-FBA9-2411-6DACB506A1A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B555C45-BF68-6D27-B96D-DE13828713FA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474118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Image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A1A1523-308A-20BA-325B-DCC6C201399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15528" y="0"/>
            <a:ext cx="3776472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340" y="841375"/>
            <a:ext cx="5919909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5907210" cy="376872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6FC539C-1B87-F249-E2CC-DF39C875803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E98F8E5-8778-FB43-3984-0633BD1FC67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692FD45-83AD-586A-3C9B-63B66CF6209B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22252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Title - 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15528" y="0"/>
            <a:ext cx="3776472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8402" y="252345"/>
            <a:ext cx="2590800" cy="1609859"/>
          </a:xfrm>
        </p:spPr>
        <p:txBody>
          <a:bodyPr anchor="ctr" anchorCtr="0">
            <a:normAutofit/>
          </a:bodyPr>
          <a:lstStyle>
            <a:lvl1pPr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7828" y="436105"/>
            <a:ext cx="3814184" cy="5308536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8C6D6D2-5187-5271-139E-B580F38E349B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83D52FB8-BE38-3892-4C76-249A2A9041A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3155EEF-2E74-6BBF-AD6A-BF979CC9E5B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49252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/image - Power Word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5031979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0000" b="0" i="0">
                <a:solidFill>
                  <a:schemeClr val="accent2"/>
                </a:solidFill>
                <a:latin typeface="Outfit Light" pitchFamily="2" charset="0"/>
              </a:defRPr>
            </a:lvl1pPr>
          </a:lstStyle>
          <a:p>
            <a:r>
              <a:rPr lang="en-US"/>
              <a:t>energy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10120803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C851EF96-4DAA-EDF0-DAED-FE2994C21D9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31654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B47BB93-F99A-7109-8396-BB6AC4EC1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3515" y="2346325"/>
            <a:ext cx="5397629" cy="3178175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ED5414B8-AF52-83E1-7CDB-47BDE5877BC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C92FFAD-E8D6-7BAD-44AA-3FCC11912722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7523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- Bullet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10120803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7F10388-2644-4BA8-473A-44E06DFCA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3515" y="2346325"/>
            <a:ext cx="5397629" cy="4146550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98C049C0-7552-0F48-9188-024C24F2A9E3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DB21F27A-8A19-6AD5-0134-4D11D1CB318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4511675"/>
          </a:xfrm>
          <a:solidFill>
            <a:schemeClr val="accent4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6EA7EA7-BF43-E670-B282-9BFD78936CE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D007173-AFB4-9AD5-B2A4-A1719ED8BE6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709775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- Power Word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30256" y="2416372"/>
            <a:ext cx="6793688" cy="1624005"/>
          </a:xfrm>
        </p:spPr>
        <p:txBody>
          <a:bodyPr anchor="t" anchorCtr="0">
            <a:noAutofit/>
          </a:bodyPr>
          <a:lstStyle>
            <a:lvl1pPr algn="l">
              <a:lnSpc>
                <a:spcPct val="60000"/>
              </a:lnSpc>
              <a:defRPr sz="13000" b="1" i="0">
                <a:solidFill>
                  <a:schemeClr val="bg1"/>
                </a:solidFill>
                <a:latin typeface="Outfit SemiBold" pitchFamily="2" charset="0"/>
              </a:defRPr>
            </a:lvl1pPr>
          </a:lstStyle>
          <a:p>
            <a:r>
              <a:rPr lang="en-US" dirty="0"/>
              <a:t>Thank      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480EDC-732B-3B90-A0BD-9F3FB34BDA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7800" y="2203480"/>
            <a:ext cx="1921953" cy="1921953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5F8EBD3-094C-1237-3D91-07BF2B9644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67801" y="4830040"/>
            <a:ext cx="3624926" cy="1273048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Contact Name</a:t>
            </a:r>
          </a:p>
          <a:p>
            <a:pPr lvl="0"/>
            <a:r>
              <a:rPr lang="en-US"/>
              <a:t>Email</a:t>
            </a:r>
          </a:p>
          <a:p>
            <a:pPr lvl="0"/>
            <a:r>
              <a:rPr lang="en-US"/>
              <a:t>Phone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65412F6-6CFA-B25B-605C-0D1408B6D376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bg1"/>
                </a:solidFill>
              </a:rPr>
              <a:pPr algn="ct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6EEB09-6D28-0349-00D3-ABC8EB2B59E2}"/>
              </a:ext>
            </a:extLst>
          </p:cNvPr>
          <p:cNvSpPr txBox="1"/>
          <p:nvPr userDrawn="1"/>
        </p:nvSpPr>
        <p:spPr>
          <a:xfrm>
            <a:off x="7408731" y="2896862"/>
            <a:ext cx="60944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0" i="1" dirty="0">
                <a:solidFill>
                  <a:schemeClr val="accent2"/>
                </a:solidFill>
                <a:latin typeface="DM Serif Display" pitchFamily="2" charset="0"/>
              </a:rPr>
              <a:t>you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557FE9-F7F0-F7C7-38FF-831E9C3408D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1274" y="1218128"/>
            <a:ext cx="2981692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20774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7D1E85A-45C3-46D5-6AB0-132D0C17E0BB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36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  <p:sldLayoutId id="2147483845" r:id="rId12"/>
    <p:sldLayoutId id="2147483846" r:id="rId13"/>
    <p:sldLayoutId id="2147483668" r:id="rId14"/>
    <p:sldLayoutId id="2147483669" r:id="rId15"/>
    <p:sldLayoutId id="2147483670" r:id="rId16"/>
    <p:sldLayoutId id="2147483686" r:id="rId17"/>
    <p:sldLayoutId id="2147483671" r:id="rId18"/>
    <p:sldLayoutId id="2147483689" r:id="rId19"/>
    <p:sldLayoutId id="2147483688" r:id="rId20"/>
    <p:sldLayoutId id="2147483674" r:id="rId21"/>
    <p:sldLayoutId id="2147483712" r:id="rId22"/>
    <p:sldLayoutId id="2147483710" r:id="rId23"/>
    <p:sldLayoutId id="2147483711" r:id="rId24"/>
    <p:sldLayoutId id="2147483687" r:id="rId25"/>
    <p:sldLayoutId id="2147483682" r:id="rId26"/>
    <p:sldLayoutId id="2147483715" r:id="rId27"/>
    <p:sldLayoutId id="2147483717" r:id="rId28"/>
    <p:sldLayoutId id="2147483713" r:id="rId29"/>
    <p:sldLayoutId id="2147483716" r:id="rId30"/>
    <p:sldLayoutId id="2147483718" r:id="rId31"/>
    <p:sldLayoutId id="2147483719" r:id="rId32"/>
    <p:sldLayoutId id="2147483695" r:id="rId33"/>
    <p:sldLayoutId id="2147483696" r:id="rId34"/>
    <p:sldLayoutId id="2147483694" r:id="rId35"/>
    <p:sldLayoutId id="2147483697" r:id="rId36"/>
    <p:sldLayoutId id="2147483681" r:id="rId37"/>
    <p:sldLayoutId id="2147483700" r:id="rId38"/>
    <p:sldLayoutId id="2147483684" r:id="rId39"/>
    <p:sldLayoutId id="2147483703" r:id="rId40"/>
    <p:sldLayoutId id="2147483706" r:id="rId41"/>
    <p:sldLayoutId id="2147483709" r:id="rId4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e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em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package" Target="../embeddings/Microsoft_Excel_Binary_Worksheet.xlsb"/><Relationship Id="rId3" Type="http://schemas.openxmlformats.org/officeDocument/2006/relationships/image" Target="../media/image8.emf"/><Relationship Id="rId4" Type="http://schemas.openxmlformats.org/officeDocument/2006/relationships/image" Target="../media/image9.em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F8ED0DA0-EE44-6A25-92A6-1464D7BF9C6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9" b="119"/>
          <a:stretch/>
        </p:blipFill>
        <p:spPr/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F061BD6C-4759-C293-5CA3-F972D28C1D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5918" y="2232137"/>
            <a:ext cx="6065445" cy="1552251"/>
          </a:xfrm>
        </p:spPr>
        <p:txBody>
          <a:bodyPr>
            <a:normAutofit fontScale="90000"/>
          </a:bodyPr>
          <a:lstStyle/>
          <a:p>
            <a:r>
              <a:rPr lang="en-US" sz="2700" dirty="0">
                <a:solidFill>
                  <a:schemeClr val="bg1"/>
                </a:solidFill>
              </a:rPr>
              <a:t>PRJ13797: JMUX Replacement Update</a:t>
            </a:r>
            <a:br>
              <a:rPr lang="en-US" sz="2700" dirty="0">
                <a:solidFill>
                  <a:schemeClr val="bg1"/>
                </a:solidFill>
              </a:rPr>
            </a:br>
            <a:r>
              <a:rPr lang="en-US" sz="2700" dirty="0">
                <a:solidFill>
                  <a:schemeClr val="bg1"/>
                </a:solidFill>
              </a:rPr>
              <a:t>Project Manager : Dhananjaya Gunaratne </a:t>
            </a:r>
            <a:br>
              <a:rPr lang="en-US" sz="2700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EE993FB0-36D8-46A2-29A8-EE8A722FA7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1"/>
            <a:ext cx="6065445" cy="923779"/>
          </a:xfrm>
        </p:spPr>
        <p:txBody>
          <a:bodyPr/>
          <a:lstStyle/>
          <a:p>
            <a:br>
              <a:rPr lang="en-US" dirty="0">
                <a:solidFill>
                  <a:schemeClr val="bg1"/>
                </a:solidFill>
              </a:rPr>
            </a:b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B334AD1-9FAC-24C9-CD9B-3DC36EC1A1FB}"/>
              </a:ext>
            </a:extLst>
          </p:cNvPr>
          <p:cNvSpPr txBox="1">
            <a:spLocks/>
          </p:cNvSpPr>
          <p:nvPr/>
        </p:nvSpPr>
        <p:spPr>
          <a:xfrm>
            <a:off x="8891081" y="6264048"/>
            <a:ext cx="3095640" cy="278735"/>
          </a:xfrm>
          <a:prstGeom prst="rect">
            <a:avLst/>
          </a:prstGeom>
        </p:spPr>
        <p:txBody>
          <a:bodyPr numCol="1" spcCol="0">
            <a:noAutofit/>
          </a:bodyPr>
          <a:lstStyle>
            <a:lvl1pPr marL="0" indent="0" algn="r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i="1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April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97CDCD-E6FC-9247-80E4-BBF1747843E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2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05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A14B7B69-59BD-4C6C-48EB-B42ACBCA5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25" y="337312"/>
            <a:ext cx="9009130" cy="37782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000" dirty="0"/>
              <a:t> 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7" name="Content Placeholder 6"/>
          <p:cNvSpPr txBox="1">
            <a:spLocks noGrp="1"/>
          </p:cNvSpPr>
          <p:nvPr>
            <p:ph idx="1"/>
          </p:nvPr>
        </p:nvSpPr>
        <p:spPr>
          <a:xfrm>
            <a:off x="509288" y="938662"/>
            <a:ext cx="9009130" cy="1695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800" b="1" dirty="0"/>
          </a:p>
          <a:p>
            <a:pPr marL="342900" lvl="1"/>
            <a:endParaRPr lang="en-US" sz="1200" dirty="0"/>
          </a:p>
          <a:p>
            <a:pPr marL="458788" lvl="2"/>
            <a:endParaRPr lang="en-US" dirty="0"/>
          </a:p>
          <a:p>
            <a:endParaRPr lang="en-US" sz="1000" b="1" dirty="0"/>
          </a:p>
          <a:p>
            <a:pPr lvl="1"/>
            <a:r>
              <a:rPr lang="en-US" sz="1000" b="1" dirty="0"/>
              <a:t> </a:t>
            </a:r>
            <a:endParaRPr lang="en-US" sz="1000" dirty="0"/>
          </a:p>
          <a:p>
            <a:pPr marL="685800" lvl="1" indent="-228600">
              <a:buFont typeface="+mj-lt"/>
              <a:buAutoNum type="arabicPeriod"/>
            </a:pPr>
            <a:endParaRPr lang="en-US" sz="1000" b="1" u="sng" dirty="0"/>
          </a:p>
        </p:txBody>
      </p:sp>
      <p:sp>
        <p:nvSpPr>
          <p:cNvPr id="10" name="Content Placeholder 13">
            <a:extLst>
              <a:ext uri="{FF2B5EF4-FFF2-40B4-BE49-F238E27FC236}">
                <a16:creationId xmlns:a16="http://schemas.microsoft.com/office/drawing/2014/main" id="{A24EE83D-2178-F6B5-4EA8-D2E0604DF97B}"/>
              </a:ext>
            </a:extLst>
          </p:cNvPr>
          <p:cNvSpPr txBox="1">
            <a:spLocks noGrp="1"/>
          </p:cNvSpPr>
          <p:nvPr>
            <p:ph idx="11"/>
          </p:nvPr>
        </p:nvSpPr>
        <p:spPr>
          <a:xfrm>
            <a:off x="131975" y="102266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 dirty="0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6224"/>
            <a:ext cx="10444585" cy="7355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b="1" dirty="0"/>
              <a:t>       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1400" dirty="0"/>
              <a:t>Modernize PSEG LI’s substation communications by replacing legacy JMUX with MPLS nodes to deliver a reliable, scalable and future-ready network. 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endParaRPr lang="en-US" sz="1400" b="1" dirty="0"/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1400" b="1" dirty="0"/>
              <a:t>   Objectives </a:t>
            </a:r>
            <a:r>
              <a:rPr lang="en-US" sz="1400" dirty="0"/>
              <a:t>  </a:t>
            </a:r>
          </a:p>
          <a:p>
            <a:pPr lvl="1" fontAlgn="ctr"/>
            <a:endParaRPr lang="en-US" sz="1400" b="1" dirty="0"/>
          </a:p>
          <a:p>
            <a:pPr lvl="1" fontAlgn="ctr"/>
            <a:endParaRPr lang="en-US" sz="1400" b="1" dirty="0"/>
          </a:p>
          <a:p>
            <a:pPr lvl="1" fontAlgn="ctr"/>
            <a:r>
              <a:rPr lang="en-US" sz="1400" b="1" dirty="0"/>
              <a:t>Engineering Services (Burns &amp; McDonnell)</a:t>
            </a:r>
            <a:endParaRPr lang="en-US" sz="1400" dirty="0"/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Site surveys, rack elevations, power &amp; cabling design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Node Design – Produce IFR, IFC and As-Built documents</a:t>
            </a:r>
          </a:p>
          <a:p>
            <a:pPr marL="1657350" lvl="3" indent="-285750" fontAlgn="ctr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342900" fontAlgn="ctr"/>
            <a:r>
              <a:rPr lang="en-US" sz="1400" b="1" dirty="0"/>
              <a:t>  Procurement &amp; Staging (Burns &amp; McDonnell, Nokia, Graybar)</a:t>
            </a:r>
            <a:endParaRPr lang="en-US" sz="1400" dirty="0"/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Bill of Materials creation, MPLS Equipment order, Power and ancillary equipment(Patch panels, Fiber cables, mounting kits, etc.)</a:t>
            </a:r>
          </a:p>
          <a:p>
            <a:pPr lvl="2" fontAlgn="ctr"/>
            <a:endParaRPr lang="en-US" sz="1400" dirty="0"/>
          </a:p>
          <a:p>
            <a:pPr marL="342900" fontAlgn="ctr"/>
            <a:r>
              <a:rPr lang="en-US" sz="1400" b="1" dirty="0"/>
              <a:t>  Construction and Installation Support (Burns &amp; McDonnell, Hawkeye)</a:t>
            </a:r>
            <a:endParaRPr lang="en-US" sz="1400" dirty="0"/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 err="1"/>
              <a:t>BMcD</a:t>
            </a:r>
            <a:r>
              <a:rPr lang="en-US" sz="1400" dirty="0"/>
              <a:t> to provide on-site coordination with engineering team, technical support and commissioning oversight.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Hawkeye to assist with shipment, racking, stacking, and power during staging. Perform site surveys for construction support. Install all equipment per the approved IFC documents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Install fiber and copper cabling per the construction documents. </a:t>
            </a:r>
          </a:p>
          <a:p>
            <a:pPr marL="342900" lvl="2" fontAlgn="ctr"/>
            <a:r>
              <a:rPr lang="en-US" sz="1400" b="1" dirty="0"/>
              <a:t> Deployment and Application Migration (PSEG, Burns &amp; McDonnell)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Design and configure Layer 3 networks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Pre-stage the application connectivity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Migrate production applications</a:t>
            </a:r>
          </a:p>
          <a:p>
            <a:pPr lvl="1" fontAlgn="ctr"/>
            <a:endParaRPr lang="en-US" dirty="0">
              <a:latin typeface="Times New Roman" panose="02020603050405020304" pitchFamily="18" charset="0"/>
            </a:endParaRPr>
          </a:p>
          <a:p>
            <a:pPr lvl="1" fontAlgn="ctr"/>
            <a:r>
              <a:rPr lang="en-US" dirty="0">
                <a:latin typeface="Times New Roman" panose="02020603050405020304" pitchFamily="18" charset="0"/>
              </a:rPr>
              <a:t> </a:t>
            </a:r>
          </a:p>
          <a:p>
            <a:pPr marL="342900" marR="0">
              <a:spcBef>
                <a:spcPts val="0"/>
              </a:spcBef>
              <a:spcAft>
                <a:spcPts val="0"/>
              </a:spcAft>
            </a:pPr>
            <a:endParaRPr lang="en-US" b="1" dirty="0">
              <a:latin typeface="Times New Roman" panose="02020603050405020304" pitchFamily="18" charset="0"/>
            </a:endParaRPr>
          </a:p>
          <a:p>
            <a:pPr>
              <a:spcBef>
                <a:spcPts val="1200"/>
              </a:spcBef>
              <a:spcAft>
                <a:spcPts val="600"/>
              </a:spcAft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88158" y="1621096"/>
          <a:ext cx="8417020" cy="1114425"/>
        </p:xfrm>
        <a:graphic>
          <a:graphicData uri="http://schemas.openxmlformats.org/drawingml/2006/table">
            <a:tbl>
              <a:tblPr/>
              <a:tblGrid>
                <a:gridCol w="1718096">
                  <a:extLst>
                    <a:ext uri="{9D8B030D-6E8A-4147-A177-3AD203B41FA5}">
                      <a16:colId xmlns:a16="http://schemas.microsoft.com/office/drawing/2014/main" val="1396795005"/>
                    </a:ext>
                  </a:extLst>
                </a:gridCol>
                <a:gridCol w="1172931">
                  <a:extLst>
                    <a:ext uri="{9D8B030D-6E8A-4147-A177-3AD203B41FA5}">
                      <a16:colId xmlns:a16="http://schemas.microsoft.com/office/drawing/2014/main" val="2948806097"/>
                    </a:ext>
                  </a:extLst>
                </a:gridCol>
                <a:gridCol w="978820">
                  <a:extLst>
                    <a:ext uri="{9D8B030D-6E8A-4147-A177-3AD203B41FA5}">
                      <a16:colId xmlns:a16="http://schemas.microsoft.com/office/drawing/2014/main" val="296996477"/>
                    </a:ext>
                  </a:extLst>
                </a:gridCol>
                <a:gridCol w="1177061">
                  <a:extLst>
                    <a:ext uri="{9D8B030D-6E8A-4147-A177-3AD203B41FA5}">
                      <a16:colId xmlns:a16="http://schemas.microsoft.com/office/drawing/2014/main" val="3553682138"/>
                    </a:ext>
                  </a:extLst>
                </a:gridCol>
                <a:gridCol w="1718096">
                  <a:extLst>
                    <a:ext uri="{9D8B030D-6E8A-4147-A177-3AD203B41FA5}">
                      <a16:colId xmlns:a16="http://schemas.microsoft.com/office/drawing/2014/main" val="2383358384"/>
                    </a:ext>
                  </a:extLst>
                </a:gridCol>
                <a:gridCol w="1652016">
                  <a:extLst>
                    <a:ext uri="{9D8B030D-6E8A-4147-A177-3AD203B41FA5}">
                      <a16:colId xmlns:a16="http://schemas.microsoft.com/office/drawing/2014/main" val="4008667415"/>
                    </a:ext>
                  </a:extLst>
                </a:gridCol>
              </a:tblGrid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SCOPE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SUBSTATIONS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MPLS SITES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DF RTU SITES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RADIO SHELTER SITES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NOKIA MPLS NODES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7201796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795371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680919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628979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SCOPE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024114"/>
                  </a:ext>
                </a:extLst>
              </a:tr>
            </a:tbl>
          </a:graphicData>
        </a:graphic>
      </p:graphicFrame>
      <p:sp>
        <p:nvSpPr>
          <p:cNvPr id="11" name="Title 3"/>
          <p:cNvSpPr txBox="1">
            <a:spLocks/>
          </p:cNvSpPr>
          <p:nvPr/>
        </p:nvSpPr>
        <p:spPr bwMode="auto">
          <a:xfrm>
            <a:off x="752669" y="319469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Goal &amp; Objectives   </a:t>
            </a:r>
          </a:p>
        </p:txBody>
      </p:sp>
    </p:spTree>
    <p:extLst>
      <p:ext uri="{BB962C8B-B14F-4D97-AF65-F5344CB8AC3E}">
        <p14:creationId xmlns:p14="http://schemas.microsoft.com/office/powerpoint/2010/main" val="1352013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F340F-1C3A-A0D3-B43B-E10EFF313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2DBD241-5315-B36E-1316-23DF8054A44C}"/>
              </a:ext>
            </a:extLst>
          </p:cNvPr>
          <p:cNvSpPr txBox="1"/>
          <p:nvPr/>
        </p:nvSpPr>
        <p:spPr>
          <a:xfrm>
            <a:off x="-1" y="-146080"/>
            <a:ext cx="10489721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sz="1000" b="1">
                <a:solidFill>
                  <a:srgbClr val="1F497D"/>
                </a:solidFill>
              </a:rPr>
              <a:t>✅  Phase 1 — BGP Configuration Complete</a:t>
            </a:r>
            <a:endParaRPr lang="en-US" sz="1400" dirty="0"/>
          </a:p>
          <a:p>
            <a:r>
              <a:rPr sz="900" b="0">
                <a:solidFill>
                  <a:srgbClr val="404040"/>
                </a:solidFill>
              </a:rPr>
              <a:t>BGP design approved by Vikas Vohra (3/16). Change implemented at Hicksville and Melville (4/1–4/2).</a:t>
            </a:r>
          </a:p>
          <a:p>
            <a:r>
              <a:rPr sz="900" b="0">
                <a:solidFill>
                  <a:srgbClr val="404040"/>
                </a:solidFill>
              </a:rPr>
              <a:t/>
            </a:r>
          </a:p>
          <a:p>
            <a:r>
              <a:rPr sz="1000" b="1">
                <a:solidFill>
                  <a:srgbClr val="1F497D"/>
                </a:solidFill>
              </a:rPr>
              <a:t>✅  NSP Installation at Hicksville — Complete</a:t>
            </a:r>
          </a:p>
          <a:p>
            <a:r>
              <a:rPr sz="900" b="0">
                <a:solidFill>
                  <a:srgbClr val="404040"/>
                </a:solidFill>
              </a:rPr>
              <a:t>Fiber cabling pulled, terminated, and wired. NSP appliance stood up 4/10.</a:t>
            </a:r>
          </a:p>
          <a:p>
            <a:r>
              <a:rPr sz="900" b="0">
                <a:solidFill>
                  <a:srgbClr val="404040"/>
                </a:solidFill>
              </a:rPr>
              <a:t/>
            </a:r>
          </a:p>
          <a:p>
            <a:r>
              <a:rPr sz="1000" b="1">
                <a:solidFill>
                  <a:srgbClr val="1F497D"/>
                </a:solidFill>
              </a:rPr>
              <a:t>✅  Remote Connectivity Established — Complete</a:t>
            </a:r>
          </a:p>
          <a:p>
            <a:r>
              <a:rPr sz="900" b="0">
                <a:solidFill>
                  <a:srgbClr val="404040"/>
                </a:solidFill>
              </a:rPr>
              <a:t>Corporate integration of Nokia MPLS at Hicksville and Melville completed 4/7.</a:t>
            </a:r>
          </a:p>
          <a:p>
            <a:r>
              <a:rPr sz="900" b="0">
                <a:solidFill>
                  <a:srgbClr val="404040"/>
                </a:solidFill>
              </a:rPr>
              <a:t/>
            </a:r>
          </a:p>
          <a:p>
            <a:r>
              <a:rPr sz="1000" b="1">
                <a:solidFill>
                  <a:srgbClr val="1F497D"/>
                </a:solidFill>
              </a:rPr>
              <a:t>✅  Phase 2 Site Surveys — 100% Complete</a:t>
            </a:r>
          </a:p>
          <a:p>
            <a:r>
              <a:rPr sz="900" b="0">
                <a:solidFill>
                  <a:srgbClr val="404040"/>
                </a:solidFill>
              </a:rPr>
              <a:t>All 36 Phase 2 substation site surveys completed. IFR/IFC schedule confirmed.</a:t>
            </a:r>
          </a:p>
          <a:p>
            <a:r>
              <a:rPr sz="900" b="0">
                <a:solidFill>
                  <a:srgbClr val="404040"/>
                </a:solidFill>
              </a:rPr>
              <a:t/>
            </a:r>
          </a:p>
          <a:p>
            <a:r>
              <a:rPr sz="1000" b="1">
                <a:solidFill>
                  <a:srgbClr val="1F497D"/>
                </a:solidFill>
              </a:rPr>
              <a:t>✅  Northport DC Power — Complete</a:t>
            </a:r>
          </a:p>
          <a:p>
            <a:r>
              <a:rPr sz="900" b="0">
                <a:solidFill>
                  <a:srgbClr val="404040"/>
                </a:solidFill>
              </a:rPr>
              <a:t>DC power installed and operational at Northport (3/18). Router fully operational.</a:t>
            </a:r>
          </a:p>
          <a:p>
            <a:r>
              <a:rPr sz="900" b="0">
                <a:solidFill>
                  <a:srgbClr val="404040"/>
                </a:solidFill>
              </a:rPr>
              <a:t/>
            </a:r>
          </a:p>
          <a:p>
            <a:r>
              <a:rPr sz="1000" b="1">
                <a:solidFill>
                  <a:srgbClr val="1F497D"/>
                </a:solidFill>
              </a:rPr>
              <a:t>✅  Phase 2 Equipment Staged</a:t>
            </a:r>
          </a:p>
          <a:p>
            <a:r>
              <a:rPr sz="900" b="0">
                <a:solidFill>
                  <a:srgbClr val="404040"/>
                </a:solidFill>
              </a:rPr>
              <a:t>All Phase 2 Nokia equipment moved to new Hawkeye staging trailer. Material delivery per order form confirmed complete.</a:t>
            </a:r>
          </a:p>
          <a:p>
            <a:r>
              <a:rPr sz="900" b="0">
                <a:solidFill>
                  <a:srgbClr val="404040"/>
                </a:solidFill>
              </a:rPr>
              <a:t/>
            </a:r>
          </a:p>
          <a:p>
            <a:r>
              <a:rPr sz="1000" b="1">
                <a:solidFill>
                  <a:srgbClr val="1F497D"/>
                </a:solidFill>
              </a:rPr>
              <a:t>✅  OTDR Testing — Complete</a:t>
            </a:r>
          </a:p>
          <a:p>
            <a:r>
              <a:rPr sz="900" b="0">
                <a:solidFill>
                  <a:srgbClr val="404040"/>
                </a:solidFill>
              </a:rPr>
              <a:t>Hicksville–Syosset link confirmed active. Bad CWDM filter replaced. Crown Castle issue resolved.</a:t>
            </a:r>
          </a:p>
          <a:p>
            <a:r>
              <a:rPr sz="900" b="0">
                <a:solidFill>
                  <a:srgbClr val="404040"/>
                </a:solidFill>
              </a:rPr>
              <a:t/>
            </a:r>
          </a:p>
          <a:p>
            <a:r>
              <a:rPr sz="1000" b="1">
                <a:solidFill>
                  <a:srgbClr val="1F497D"/>
                </a:solidFill>
              </a:rPr>
              <a:t>✅  Phase 2 IFR Packages — In Progress</a:t>
            </a:r>
          </a:p>
          <a:p>
            <a:r>
              <a:rPr sz="900" b="0">
                <a:solidFill>
                  <a:srgbClr val="404040"/>
                </a:solidFill>
              </a:rPr>
              <a:t>First packages (Far Rockaway, Valley Stream, Cedarhurst) IFR/IFC complete. Next batch: Sterling &amp; Whiteside — IFR due 4/13.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9133123F-99D2-6028-82F8-1D2A43AF89AC}"/>
              </a:ext>
            </a:extLst>
          </p:cNvPr>
          <p:cNvSpPr txBox="1">
            <a:spLocks/>
          </p:cNvSpPr>
          <p:nvPr/>
        </p:nvSpPr>
        <p:spPr bwMode="auto">
          <a:xfrm>
            <a:off x="971442" y="231090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Highlight Project Accomplishments 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CD8C769-A129-F621-9383-534367DE4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845389"/>
            <a:ext cx="10489720" cy="5943600"/>
          </a:xfrm>
          <a:prstGeom prst="rect">
            <a:avLst/>
          </a:prstGeom>
        </p:spPr>
      </p:pic>
      <p:sp>
        <p:nvSpPr>
          <p:cNvPr id="3" name="Content Placeholder 13">
            <a:extLst>
              <a:ext uri="{FF2B5EF4-FFF2-40B4-BE49-F238E27FC236}">
                <a16:creationId xmlns:a16="http://schemas.microsoft.com/office/drawing/2014/main" id="{690208A9-E851-59E8-9E59-EF873362D56F}"/>
              </a:ext>
            </a:extLst>
          </p:cNvPr>
          <p:cNvSpPr txBox="1">
            <a:spLocks/>
          </p:cNvSpPr>
          <p:nvPr/>
        </p:nvSpPr>
        <p:spPr>
          <a:xfrm>
            <a:off x="131975" y="59136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8523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E634F-D3C6-E8CF-B607-CF78B911C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A5F56E4-0ED8-5D2F-169D-E4D7DDF16EB8}"/>
              </a:ext>
            </a:extLst>
          </p:cNvPr>
          <p:cNvSpPr txBox="1"/>
          <p:nvPr/>
        </p:nvSpPr>
        <p:spPr>
          <a:xfrm>
            <a:off x="2766922" y="820684"/>
            <a:ext cx="9714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Phase 2 Engineering Schedule — 36 Sites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1C90B10A-82EC-4DB7-EC6D-7998FD54B4D7}"/>
              </a:ext>
            </a:extLst>
          </p:cNvPr>
          <p:cNvSpPr txBox="1">
            <a:spLocks/>
          </p:cNvSpPr>
          <p:nvPr/>
        </p:nvSpPr>
        <p:spPr bwMode="auto">
          <a:xfrm>
            <a:off x="959085" y="218733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rgbClr val="00B050"/>
                </a:solidFill>
              </a:rPr>
              <a:t>Phase 2 Site Surveys: ✅ Complete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060AE65-F7A1-7CD4-D48C-2354999E0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642834"/>
              </p:ext>
            </p:extLst>
          </p:nvPr>
        </p:nvGraphicFramePr>
        <p:xfrm>
          <a:off x="612648" y="691945"/>
          <a:ext cx="9615422" cy="533818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6570">
                  <a:extLst>
                    <a:ext uri="{9D8B030D-6E8A-4147-A177-3AD203B41FA5}">
                      <a16:colId xmlns:a16="http://schemas.microsoft.com/office/drawing/2014/main" val="3586926317"/>
                    </a:ext>
                  </a:extLst>
                </a:gridCol>
                <a:gridCol w="1999503">
                  <a:extLst>
                    <a:ext uri="{9D8B030D-6E8A-4147-A177-3AD203B41FA5}">
                      <a16:colId xmlns:a16="http://schemas.microsoft.com/office/drawing/2014/main" val="3683718648"/>
                    </a:ext>
                  </a:extLst>
                </a:gridCol>
                <a:gridCol w="1078748">
                  <a:extLst>
                    <a:ext uri="{9D8B030D-6E8A-4147-A177-3AD203B41FA5}">
                      <a16:colId xmlns:a16="http://schemas.microsoft.com/office/drawing/2014/main" val="789135036"/>
                    </a:ext>
                  </a:extLst>
                </a:gridCol>
                <a:gridCol w="1112858">
                  <a:extLst>
                    <a:ext uri="{9D8B030D-6E8A-4147-A177-3AD203B41FA5}">
                      <a16:colId xmlns:a16="http://schemas.microsoft.com/office/drawing/2014/main" val="2765420810"/>
                    </a:ext>
                  </a:extLst>
                </a:gridCol>
                <a:gridCol w="1191691">
                  <a:extLst>
                    <a:ext uri="{9D8B030D-6E8A-4147-A177-3AD203B41FA5}">
                      <a16:colId xmlns:a16="http://schemas.microsoft.com/office/drawing/2014/main" val="3759070369"/>
                    </a:ext>
                  </a:extLst>
                </a:gridCol>
                <a:gridCol w="1697383">
                  <a:extLst>
                    <a:ext uri="{9D8B030D-6E8A-4147-A177-3AD203B41FA5}">
                      <a16:colId xmlns:a16="http://schemas.microsoft.com/office/drawing/2014/main" val="2034665736"/>
                    </a:ext>
                  </a:extLst>
                </a:gridCol>
                <a:gridCol w="1988669">
                  <a:extLst>
                    <a:ext uri="{9D8B030D-6E8A-4147-A177-3AD203B41FA5}">
                      <a16:colId xmlns:a16="http://schemas.microsoft.com/office/drawing/2014/main" val="4238625106"/>
                    </a:ext>
                  </a:extLst>
                </a:gridCol>
              </a:tblGrid>
              <a:tr h="31644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Substation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Site Survey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IFR</a:t>
                      </a:r>
                    </a:p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Construction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Deployment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272263"/>
                  </a:ext>
                </a:extLst>
              </a:tr>
              <a:tr h="26273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7RM Bayport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786517"/>
                  </a:ext>
                </a:extLst>
              </a:tr>
              <a:tr h="275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7R Sayville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6/16/26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850426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7XM Great River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Thu 9/24/26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739305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7XM Great River Radio Shelter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Thu 9/24/26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944646"/>
                  </a:ext>
                </a:extLst>
              </a:tr>
              <a:tr h="31319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6H Hauppauge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141390"/>
                  </a:ext>
                </a:extLst>
              </a:tr>
              <a:tr h="26556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6H Hauppauge Tower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06284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6S Kings Hwy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9/18/26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104002"/>
                  </a:ext>
                </a:extLst>
              </a:tr>
              <a:tr h="23005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Brentwood DO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1583672"/>
                  </a:ext>
                </a:extLst>
              </a:tr>
              <a:tr h="38598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7H Babylon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9/21/26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541799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7H Babylon Radio Shelter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9/22/26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8149223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7D West Babylon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5/4/26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9/21/26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8867382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7D West Babylon Radio Shelter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5/4/26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9/21/26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5565004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7W Berry St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9704205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3J Whiteside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4/13/26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5/4/26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685270"/>
                  </a:ext>
                </a:extLst>
              </a:tr>
              <a:tr h="44261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2K Valley Stream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2/23/26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3/9/26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950233"/>
                  </a:ext>
                </a:extLst>
              </a:tr>
            </a:tbl>
          </a:graphicData>
        </a:graphic>
      </p:graphicFrame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825BC65A-9568-545E-7649-43EE732AA4CA}"/>
              </a:ext>
            </a:extLst>
          </p:cNvPr>
          <p:cNvSpPr txBox="1">
            <a:spLocks/>
          </p:cNvSpPr>
          <p:nvPr/>
        </p:nvSpPr>
        <p:spPr>
          <a:xfrm>
            <a:off x="80219" y="-9872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936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F8D28-4191-64D8-9095-9DCC2D6CB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4E76EF5-4EA1-C9EA-5073-1FA6B9B25905}"/>
              </a:ext>
            </a:extLst>
          </p:cNvPr>
          <p:cNvSpPr txBox="1"/>
          <p:nvPr/>
        </p:nvSpPr>
        <p:spPr>
          <a:xfrm>
            <a:off x="2766922" y="820684"/>
            <a:ext cx="9714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Phase 2 Engineering Schedule — 36 Sites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40B7BEC1-9D05-8207-851E-F9A504C9BE5F}"/>
              </a:ext>
            </a:extLst>
          </p:cNvPr>
          <p:cNvSpPr txBox="1">
            <a:spLocks/>
          </p:cNvSpPr>
          <p:nvPr/>
        </p:nvSpPr>
        <p:spPr bwMode="auto">
          <a:xfrm>
            <a:off x="959085" y="218733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rgbClr val="00B050"/>
                </a:solidFill>
              </a:rPr>
              <a:t>Phase 2 Site Surveys: ✅ Complete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44D24B7-14F5-6B82-C5BA-2BEA991C8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8141222"/>
              </p:ext>
            </p:extLst>
          </p:nvPr>
        </p:nvGraphicFramePr>
        <p:xfrm>
          <a:off x="676405" y="805737"/>
          <a:ext cx="9615676" cy="48397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1072">
                  <a:extLst>
                    <a:ext uri="{9D8B030D-6E8A-4147-A177-3AD203B41FA5}">
                      <a16:colId xmlns:a16="http://schemas.microsoft.com/office/drawing/2014/main" val="3586926317"/>
                    </a:ext>
                  </a:extLst>
                </a:gridCol>
                <a:gridCol w="2000771">
                  <a:extLst>
                    <a:ext uri="{9D8B030D-6E8A-4147-A177-3AD203B41FA5}">
                      <a16:colId xmlns:a16="http://schemas.microsoft.com/office/drawing/2014/main" val="3683718648"/>
                    </a:ext>
                  </a:extLst>
                </a:gridCol>
                <a:gridCol w="1457462">
                  <a:extLst>
                    <a:ext uri="{9D8B030D-6E8A-4147-A177-3AD203B41FA5}">
                      <a16:colId xmlns:a16="http://schemas.microsoft.com/office/drawing/2014/main" val="789135036"/>
                    </a:ext>
                  </a:extLst>
                </a:gridCol>
                <a:gridCol w="1161419">
                  <a:extLst>
                    <a:ext uri="{9D8B030D-6E8A-4147-A177-3AD203B41FA5}">
                      <a16:colId xmlns:a16="http://schemas.microsoft.com/office/drawing/2014/main" val="3759070369"/>
                    </a:ext>
                  </a:extLst>
                </a:gridCol>
                <a:gridCol w="1064712">
                  <a:extLst>
                    <a:ext uri="{9D8B030D-6E8A-4147-A177-3AD203B41FA5}">
                      <a16:colId xmlns:a16="http://schemas.microsoft.com/office/drawing/2014/main" val="2431206455"/>
                    </a:ext>
                  </a:extLst>
                </a:gridCol>
                <a:gridCol w="1400310">
                  <a:extLst>
                    <a:ext uri="{9D8B030D-6E8A-4147-A177-3AD203B41FA5}">
                      <a16:colId xmlns:a16="http://schemas.microsoft.com/office/drawing/2014/main" val="2034665736"/>
                    </a:ext>
                  </a:extLst>
                </a:gridCol>
                <a:gridCol w="1989930">
                  <a:extLst>
                    <a:ext uri="{9D8B030D-6E8A-4147-A177-3AD203B41FA5}">
                      <a16:colId xmlns:a16="http://schemas.microsoft.com/office/drawing/2014/main" val="4238625106"/>
                    </a:ext>
                  </a:extLst>
                </a:gridCol>
              </a:tblGrid>
              <a:tr h="46545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Substation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Site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Construction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Deployment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272263"/>
                  </a:ext>
                </a:extLst>
              </a:tr>
              <a:tr h="34424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2RB Green Acres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786517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Hewlett DO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850426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2ZB EF Barrett PS Inside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739305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2WB Barrett Outside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944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5HK Hicksville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141390"/>
                  </a:ext>
                </a:extLst>
              </a:tr>
              <a:tr h="25192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2H Far Rockaway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06284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2KB Cedarhurst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10400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2R Hewlett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1583672"/>
                  </a:ext>
                </a:extLst>
              </a:tr>
              <a:tr h="39870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2R Hewlett Shelter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541799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4M Baldwin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4/13/26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8149223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4M1 Baldwin Shelter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4/13/26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886738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6K State School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9/17/26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5565004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7BH Bohemia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9/18/26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9704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7M MacArthur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6/16/26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9/22/26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4950233"/>
                  </a:ext>
                </a:extLst>
              </a:tr>
            </a:tbl>
          </a:graphicData>
        </a:graphic>
      </p:graphicFrame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2BE0C575-1E87-0D0C-7576-79E4129CCA42}"/>
              </a:ext>
            </a:extLst>
          </p:cNvPr>
          <p:cNvSpPr txBox="1">
            <a:spLocks/>
          </p:cNvSpPr>
          <p:nvPr/>
        </p:nvSpPr>
        <p:spPr>
          <a:xfrm>
            <a:off x="131975" y="-9872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851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41EE5-E7C1-A9CC-A23C-1D0A056DC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D29A1BE-788C-CF89-3841-0B87433FA531}"/>
              </a:ext>
            </a:extLst>
          </p:cNvPr>
          <p:cNvSpPr txBox="1"/>
          <p:nvPr/>
        </p:nvSpPr>
        <p:spPr>
          <a:xfrm>
            <a:off x="2766922" y="820684"/>
            <a:ext cx="9714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Phase 2 Engineering Schedule — 36 Sites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89014D30-3AE4-81FD-F51A-09DD07C3CA2B}"/>
              </a:ext>
            </a:extLst>
          </p:cNvPr>
          <p:cNvSpPr txBox="1">
            <a:spLocks/>
          </p:cNvSpPr>
          <p:nvPr/>
        </p:nvSpPr>
        <p:spPr bwMode="auto">
          <a:xfrm>
            <a:off x="959085" y="218733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rgbClr val="00B050"/>
                </a:solidFill>
              </a:rPr>
              <a:t>Phase 2 Site Surveys: ✅ Complete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7EA892D-C687-A0E8-474D-83B918A347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8943513"/>
              </p:ext>
            </p:extLst>
          </p:nvPr>
        </p:nvGraphicFramePr>
        <p:xfrm>
          <a:off x="670560" y="805737"/>
          <a:ext cx="9621521" cy="510812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6917">
                  <a:extLst>
                    <a:ext uri="{9D8B030D-6E8A-4147-A177-3AD203B41FA5}">
                      <a16:colId xmlns:a16="http://schemas.microsoft.com/office/drawing/2014/main" val="3586926317"/>
                    </a:ext>
                  </a:extLst>
                </a:gridCol>
                <a:gridCol w="2000771">
                  <a:extLst>
                    <a:ext uri="{9D8B030D-6E8A-4147-A177-3AD203B41FA5}">
                      <a16:colId xmlns:a16="http://schemas.microsoft.com/office/drawing/2014/main" val="3683718648"/>
                    </a:ext>
                  </a:extLst>
                </a:gridCol>
                <a:gridCol w="1457462">
                  <a:extLst>
                    <a:ext uri="{9D8B030D-6E8A-4147-A177-3AD203B41FA5}">
                      <a16:colId xmlns:a16="http://schemas.microsoft.com/office/drawing/2014/main" val="789135036"/>
                    </a:ext>
                  </a:extLst>
                </a:gridCol>
                <a:gridCol w="1085010">
                  <a:extLst>
                    <a:ext uri="{9D8B030D-6E8A-4147-A177-3AD203B41FA5}">
                      <a16:colId xmlns:a16="http://schemas.microsoft.com/office/drawing/2014/main" val="3759070369"/>
                    </a:ext>
                  </a:extLst>
                </a:gridCol>
                <a:gridCol w="1028387">
                  <a:extLst>
                    <a:ext uri="{9D8B030D-6E8A-4147-A177-3AD203B41FA5}">
                      <a16:colId xmlns:a16="http://schemas.microsoft.com/office/drawing/2014/main" val="2431206455"/>
                    </a:ext>
                  </a:extLst>
                </a:gridCol>
                <a:gridCol w="1513044">
                  <a:extLst>
                    <a:ext uri="{9D8B030D-6E8A-4147-A177-3AD203B41FA5}">
                      <a16:colId xmlns:a16="http://schemas.microsoft.com/office/drawing/2014/main" val="2034665736"/>
                    </a:ext>
                  </a:extLst>
                </a:gridCol>
                <a:gridCol w="1989930">
                  <a:extLst>
                    <a:ext uri="{9D8B030D-6E8A-4147-A177-3AD203B41FA5}">
                      <a16:colId xmlns:a16="http://schemas.microsoft.com/office/drawing/2014/main" val="4238625106"/>
                    </a:ext>
                  </a:extLst>
                </a:gridCol>
              </a:tblGrid>
              <a:tr h="46545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Substation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Site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Construction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Deployment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272263"/>
                  </a:ext>
                </a:extLst>
              </a:tr>
              <a:tr h="24671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8AX Patchogue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Wed 7/8/26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786517"/>
                  </a:ext>
                </a:extLst>
              </a:tr>
              <a:tr h="2467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8AX Patchogue Shelter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Wed 7/8/26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850426"/>
                  </a:ext>
                </a:extLst>
              </a:tr>
              <a:tr h="2101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7Z Lindenhurst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Thu 9/24/26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739305"/>
                  </a:ext>
                </a:extLst>
              </a:tr>
              <a:tr h="18270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7J Sterling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9/22/26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944646"/>
                  </a:ext>
                </a:extLst>
              </a:tr>
              <a:tr h="17356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7UM South Farmingdale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141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ACC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Wed 7/8/26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06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6U Ruland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10400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583672"/>
                  </a:ext>
                </a:extLst>
              </a:tr>
              <a:tr h="39870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9541799"/>
                  </a:ext>
                </a:extLst>
              </a:tr>
              <a:tr h="43081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sng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8149223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886738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565004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704205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685270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950233"/>
                  </a:ext>
                </a:extLst>
              </a:tr>
            </a:tbl>
          </a:graphicData>
        </a:graphic>
      </p:graphicFrame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544B77E0-C7B5-F774-274D-A2367047808E}"/>
              </a:ext>
            </a:extLst>
          </p:cNvPr>
          <p:cNvSpPr txBox="1">
            <a:spLocks/>
          </p:cNvSpPr>
          <p:nvPr/>
        </p:nvSpPr>
        <p:spPr>
          <a:xfrm>
            <a:off x="131975" y="-35750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2033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10972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Schedule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941D"/>
                </a:solidFill>
              </a:rPr>
              <a:t>Overall: 🟡 Yellow | Recovery Plan in Place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34915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PSEG Long Island | JMUX Replacement Program | Confidential | April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6003390" y="913188"/>
            <a:ext cx="5303520" cy="21064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457200" y="2880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04040"/>
                </a:solidFill>
              </a:rPr>
              <a:t>Root Causes: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4612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• SSP documentation delays (security review queue)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5760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• CMDB update coordination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4830" y="98755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03387"/>
                </a:solidFill>
              </a:rPr>
              <a:t>Recovery Actions: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4830" y="1508727"/>
            <a:ext cx="515229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sz="900"/>
              <a:t>SPI = 0.80 (Yellow) — Recovery Plan Active</a:t>
            </a:r>
          </a:p>
          <a:p>
            <a:r>
              <a:rPr sz="900"/>
              <a:t>✅  BGP configuration complete at Hicksville &amp; Melville</a:t>
            </a:r>
          </a:p>
          <a:p>
            <a:r>
              <a:rPr sz="900"/>
              <a:t>✅  Remote connectivity established (4/7)</a:t>
            </a:r>
          </a:p>
          <a:p>
            <a:r>
              <a:rPr sz="900"/>
              <a:t>✅  NSP stood up at Hicksville (4/10)</a:t>
            </a:r>
          </a:p>
          <a:p>
            <a:r>
              <a:rPr sz="900"/>
              <a:t>🔄  Nokia Training — dates to be confirmed with Glenn/Nokia</a:t>
            </a:r>
          </a:p>
          <a:p>
            <a:r>
              <a:rPr sz="900"/>
              <a:t>🔄  RTU Serial Testing at Hicksville QA — to be scheduled</a:t>
            </a:r>
          </a:p>
          <a:p>
            <a:r>
              <a:rPr sz="900"/>
              <a:t>🔄  Phase 2 IFR packages in progress (next: Sterling &amp; Whiteside — 4/13)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1018650"/>
            <a:ext cx="5212080" cy="2803542"/>
          </a:xfrm>
          <a:prstGeom prst="rect">
            <a:avLst/>
          </a:prstGeom>
          <a:solidFill>
            <a:srgbClr val="FFFFFF"/>
          </a:solidFill>
          <a:ln w="19050">
            <a:solidFill>
              <a:srgbClr val="003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6" name="Rectangle 45"/>
          <p:cNvSpPr/>
          <p:nvPr/>
        </p:nvSpPr>
        <p:spPr>
          <a:xfrm>
            <a:off x="0" y="1027587"/>
            <a:ext cx="5212080" cy="36576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11480" y="1151048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SCHEDULE PERFORMANCE INDEX (SPI)</a:t>
            </a:r>
          </a:p>
        </p:txBody>
      </p:sp>
      <p:sp>
        <p:nvSpPr>
          <p:cNvPr id="48" name="Oval 47"/>
          <p:cNvSpPr/>
          <p:nvPr/>
        </p:nvSpPr>
        <p:spPr>
          <a:xfrm>
            <a:off x="2385935" y="246303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2369330" y="243044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2352725" y="239786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2336120" y="23652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2319515" y="233268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2302910" y="230009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2286304" y="226750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2333847" y="249140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2315476" y="245978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2297105" y="242815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2278734" y="239652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2260364" y="236489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2241993" y="23332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2223622" y="230164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2283396" y="252259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2263315" y="249202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2243234" y="246145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2223153" y="243088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2203072" y="240031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2182991" y="236974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2162910" y="23391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2234736" y="255651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2213005" y="252709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2191274" y="249767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2169544" y="246825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2147813" y="243882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2126083" y="240940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2104352" y="237998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2188012" y="259305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2164698" y="256486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2141383" y="253668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2118069" y="250850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2094754" y="248032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2071440" y="245213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2048126" y="24239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2143367" y="263209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2118539" y="260524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2093711" y="257838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2068883" y="255152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2044056" y="252466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2019228" y="249780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1994400" y="247094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2100935" y="267354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2074669" y="264808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2048403" y="262263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2022136" y="259718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1995870" y="257172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1969604" y="25462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1943338" y="252082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2060844" y="27172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2033219" y="269328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2005594" y="266931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1977969" y="264534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1950344" y="262136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1922719" y="259739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1895093" y="257342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2023217" y="276310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1994316" y="274068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1965415" y="27182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1936514" y="269585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1907614" y="267343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1878713" y="265101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1849812" y="262860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1988165" y="281095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1958076" y="279015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1927987" y="276936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1897898" y="274856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1867809" y="272777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1837720" y="27069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1807632" y="268618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1955796" y="28606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1924609" y="284154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1893423" y="282243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1862237" y="280332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1831051" y="278421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1799865" y="276510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1768679" y="274599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1926206" y="291206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1894017" y="289469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1861828" y="287732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1829639" y="28599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Oval 128"/>
          <p:cNvSpPr/>
          <p:nvPr/>
        </p:nvSpPr>
        <p:spPr>
          <a:xfrm>
            <a:off x="1797449" y="284258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1765260" y="282522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Oval 130"/>
          <p:cNvSpPr/>
          <p:nvPr/>
        </p:nvSpPr>
        <p:spPr>
          <a:xfrm>
            <a:off x="1733071" y="280785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Oval 131"/>
          <p:cNvSpPr/>
          <p:nvPr/>
        </p:nvSpPr>
        <p:spPr>
          <a:xfrm>
            <a:off x="1899486" y="296501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Oval 132"/>
          <p:cNvSpPr/>
          <p:nvPr/>
        </p:nvSpPr>
        <p:spPr>
          <a:xfrm>
            <a:off x="1866391" y="294944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1833296" y="293386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Oval 134"/>
          <p:cNvSpPr/>
          <p:nvPr/>
        </p:nvSpPr>
        <p:spPr>
          <a:xfrm>
            <a:off x="1800201" y="291829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Oval 135"/>
          <p:cNvSpPr/>
          <p:nvPr/>
        </p:nvSpPr>
        <p:spPr>
          <a:xfrm>
            <a:off x="1767107" y="290272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Oval 136"/>
          <p:cNvSpPr/>
          <p:nvPr/>
        </p:nvSpPr>
        <p:spPr>
          <a:xfrm>
            <a:off x="1734012" y="288714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1700917" y="28715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Oval 138"/>
          <p:cNvSpPr/>
          <p:nvPr/>
        </p:nvSpPr>
        <p:spPr>
          <a:xfrm>
            <a:off x="1875717" y="301935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Oval 139"/>
          <p:cNvSpPr/>
          <p:nvPr/>
        </p:nvSpPr>
        <p:spPr>
          <a:xfrm>
            <a:off x="1841816" y="300562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Oval 140"/>
          <p:cNvSpPr/>
          <p:nvPr/>
        </p:nvSpPr>
        <p:spPr>
          <a:xfrm>
            <a:off x="1807915" y="299189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Oval 141"/>
          <p:cNvSpPr/>
          <p:nvPr/>
        </p:nvSpPr>
        <p:spPr>
          <a:xfrm>
            <a:off x="1774015" y="297816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Oval 142"/>
          <p:cNvSpPr/>
          <p:nvPr/>
        </p:nvSpPr>
        <p:spPr>
          <a:xfrm>
            <a:off x="1740114" y="296443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1706213" y="295070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Oval 144"/>
          <p:cNvSpPr/>
          <p:nvPr/>
        </p:nvSpPr>
        <p:spPr>
          <a:xfrm>
            <a:off x="1672312" y="29369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Oval 145"/>
          <p:cNvSpPr/>
          <p:nvPr/>
        </p:nvSpPr>
        <p:spPr>
          <a:xfrm>
            <a:off x="1854969" y="307492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Oval 146"/>
          <p:cNvSpPr/>
          <p:nvPr/>
        </p:nvSpPr>
        <p:spPr>
          <a:xfrm>
            <a:off x="1820365" y="306307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Oval 147"/>
          <p:cNvSpPr/>
          <p:nvPr/>
        </p:nvSpPr>
        <p:spPr>
          <a:xfrm>
            <a:off x="1785761" y="305122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Oval 148"/>
          <p:cNvSpPr/>
          <p:nvPr/>
        </p:nvSpPr>
        <p:spPr>
          <a:xfrm>
            <a:off x="1751157" y="303938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Oval 149"/>
          <p:cNvSpPr/>
          <p:nvPr/>
        </p:nvSpPr>
        <p:spPr>
          <a:xfrm>
            <a:off x="1716553" y="302753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Oval 150"/>
          <p:cNvSpPr/>
          <p:nvPr/>
        </p:nvSpPr>
        <p:spPr>
          <a:xfrm>
            <a:off x="1681949" y="301568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Oval 151"/>
          <p:cNvSpPr/>
          <p:nvPr/>
        </p:nvSpPr>
        <p:spPr>
          <a:xfrm>
            <a:off x="1647345" y="300383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Oval 152"/>
          <p:cNvSpPr/>
          <p:nvPr/>
        </p:nvSpPr>
        <p:spPr>
          <a:xfrm>
            <a:off x="1837306" y="313154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Oval 153"/>
          <p:cNvSpPr/>
          <p:nvPr/>
        </p:nvSpPr>
        <p:spPr>
          <a:xfrm>
            <a:off x="1802103" y="312161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Oval 154"/>
          <p:cNvSpPr/>
          <p:nvPr/>
        </p:nvSpPr>
        <p:spPr>
          <a:xfrm>
            <a:off x="1766900" y="311168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Oval 155"/>
          <p:cNvSpPr/>
          <p:nvPr/>
        </p:nvSpPr>
        <p:spPr>
          <a:xfrm>
            <a:off x="1731698" y="310176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Oval 156"/>
          <p:cNvSpPr/>
          <p:nvPr/>
        </p:nvSpPr>
        <p:spPr>
          <a:xfrm>
            <a:off x="1696495" y="309183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Oval 157"/>
          <p:cNvSpPr/>
          <p:nvPr/>
        </p:nvSpPr>
        <p:spPr>
          <a:xfrm>
            <a:off x="1661292" y="308190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Oval 158"/>
          <p:cNvSpPr/>
          <p:nvPr/>
        </p:nvSpPr>
        <p:spPr>
          <a:xfrm>
            <a:off x="1626089" y="307197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Oval 159"/>
          <p:cNvSpPr/>
          <p:nvPr/>
        </p:nvSpPr>
        <p:spPr>
          <a:xfrm>
            <a:off x="1822781" y="318905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Oval 160"/>
          <p:cNvSpPr/>
          <p:nvPr/>
        </p:nvSpPr>
        <p:spPr>
          <a:xfrm>
            <a:off x="1787086" y="318107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Oval 161"/>
          <p:cNvSpPr/>
          <p:nvPr/>
        </p:nvSpPr>
        <p:spPr>
          <a:xfrm>
            <a:off x="1751391" y="317309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Oval 162"/>
          <p:cNvSpPr/>
          <p:nvPr/>
        </p:nvSpPr>
        <p:spPr>
          <a:xfrm>
            <a:off x="1715696" y="316511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Oval 163"/>
          <p:cNvSpPr/>
          <p:nvPr/>
        </p:nvSpPr>
        <p:spPr>
          <a:xfrm>
            <a:off x="1680001" y="315713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Oval 164"/>
          <p:cNvSpPr/>
          <p:nvPr/>
        </p:nvSpPr>
        <p:spPr>
          <a:xfrm>
            <a:off x="1644305" y="314915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Oval 165"/>
          <p:cNvSpPr/>
          <p:nvPr/>
        </p:nvSpPr>
        <p:spPr>
          <a:xfrm>
            <a:off x="1608610" y="314118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Oval 166"/>
          <p:cNvSpPr/>
          <p:nvPr/>
        </p:nvSpPr>
        <p:spPr>
          <a:xfrm>
            <a:off x="1811438" y="324727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Oval 167"/>
          <p:cNvSpPr/>
          <p:nvPr/>
        </p:nvSpPr>
        <p:spPr>
          <a:xfrm>
            <a:off x="1775359" y="324126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Oval 168"/>
          <p:cNvSpPr/>
          <p:nvPr/>
        </p:nvSpPr>
        <p:spPr>
          <a:xfrm>
            <a:off x="1739279" y="323526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Oval 169"/>
          <p:cNvSpPr/>
          <p:nvPr/>
        </p:nvSpPr>
        <p:spPr>
          <a:xfrm>
            <a:off x="1703199" y="322925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Oval 170"/>
          <p:cNvSpPr/>
          <p:nvPr/>
        </p:nvSpPr>
        <p:spPr>
          <a:xfrm>
            <a:off x="1667120" y="322325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Oval 171"/>
          <p:cNvSpPr/>
          <p:nvPr/>
        </p:nvSpPr>
        <p:spPr>
          <a:xfrm>
            <a:off x="1631040" y="321724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Oval 172"/>
          <p:cNvSpPr/>
          <p:nvPr/>
        </p:nvSpPr>
        <p:spPr>
          <a:xfrm>
            <a:off x="1594960" y="321123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Oval 173"/>
          <p:cNvSpPr/>
          <p:nvPr/>
        </p:nvSpPr>
        <p:spPr>
          <a:xfrm>
            <a:off x="1803312" y="330602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Oval 174"/>
          <p:cNvSpPr/>
          <p:nvPr/>
        </p:nvSpPr>
        <p:spPr>
          <a:xfrm>
            <a:off x="1766956" y="330201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Oval 175"/>
          <p:cNvSpPr/>
          <p:nvPr/>
        </p:nvSpPr>
        <p:spPr>
          <a:xfrm>
            <a:off x="1730601" y="329799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Oval 176"/>
          <p:cNvSpPr/>
          <p:nvPr/>
        </p:nvSpPr>
        <p:spPr>
          <a:xfrm>
            <a:off x="1694246" y="329398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Oval 177"/>
          <p:cNvSpPr/>
          <p:nvPr/>
        </p:nvSpPr>
        <p:spPr>
          <a:xfrm>
            <a:off x="1657891" y="32899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Oval 178"/>
          <p:cNvSpPr/>
          <p:nvPr/>
        </p:nvSpPr>
        <p:spPr>
          <a:xfrm>
            <a:off x="1621536" y="328595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Oval 179"/>
          <p:cNvSpPr/>
          <p:nvPr/>
        </p:nvSpPr>
        <p:spPr>
          <a:xfrm>
            <a:off x="1585181" y="328194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Oval 180"/>
          <p:cNvSpPr/>
          <p:nvPr/>
        </p:nvSpPr>
        <p:spPr>
          <a:xfrm>
            <a:off x="1798426" y="336513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Oval 181"/>
          <p:cNvSpPr/>
          <p:nvPr/>
        </p:nvSpPr>
        <p:spPr>
          <a:xfrm>
            <a:off x="1761905" y="33631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Oval 182"/>
          <p:cNvSpPr/>
          <p:nvPr/>
        </p:nvSpPr>
        <p:spPr>
          <a:xfrm>
            <a:off x="1725384" y="336111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Oval 183"/>
          <p:cNvSpPr/>
          <p:nvPr/>
        </p:nvSpPr>
        <p:spPr>
          <a:xfrm>
            <a:off x="1688864" y="335910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Oval 184"/>
          <p:cNvSpPr/>
          <p:nvPr/>
        </p:nvSpPr>
        <p:spPr>
          <a:xfrm>
            <a:off x="1652343" y="335709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Oval 185"/>
          <p:cNvSpPr/>
          <p:nvPr/>
        </p:nvSpPr>
        <p:spPr>
          <a:xfrm>
            <a:off x="1615822" y="335508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Oval 186"/>
          <p:cNvSpPr/>
          <p:nvPr/>
        </p:nvSpPr>
        <p:spPr>
          <a:xfrm>
            <a:off x="1579301" y="335307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Oval 187"/>
          <p:cNvSpPr/>
          <p:nvPr/>
        </p:nvSpPr>
        <p:spPr>
          <a:xfrm>
            <a:off x="1796796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Oval 188"/>
          <p:cNvSpPr/>
          <p:nvPr/>
        </p:nvSpPr>
        <p:spPr>
          <a:xfrm>
            <a:off x="1760220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Oval 189"/>
          <p:cNvSpPr/>
          <p:nvPr/>
        </p:nvSpPr>
        <p:spPr>
          <a:xfrm>
            <a:off x="1723644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Oval 190"/>
          <p:cNvSpPr/>
          <p:nvPr/>
        </p:nvSpPr>
        <p:spPr>
          <a:xfrm>
            <a:off x="1687068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Oval 191"/>
          <p:cNvSpPr/>
          <p:nvPr/>
        </p:nvSpPr>
        <p:spPr>
          <a:xfrm>
            <a:off x="1650492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Oval 192"/>
          <p:cNvSpPr/>
          <p:nvPr/>
        </p:nvSpPr>
        <p:spPr>
          <a:xfrm>
            <a:off x="1613916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Oval 193"/>
          <p:cNvSpPr/>
          <p:nvPr/>
        </p:nvSpPr>
        <p:spPr>
          <a:xfrm>
            <a:off x="1577340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Oval 194"/>
          <p:cNvSpPr/>
          <p:nvPr/>
        </p:nvSpPr>
        <p:spPr>
          <a:xfrm>
            <a:off x="2706996" y="235872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Oval 195"/>
          <p:cNvSpPr/>
          <p:nvPr/>
        </p:nvSpPr>
        <p:spPr>
          <a:xfrm>
            <a:off x="2701274" y="2322594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Oval 196"/>
          <p:cNvSpPr/>
          <p:nvPr/>
        </p:nvSpPr>
        <p:spPr>
          <a:xfrm>
            <a:off x="2695552" y="2286468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Oval 197"/>
          <p:cNvSpPr/>
          <p:nvPr/>
        </p:nvSpPr>
        <p:spPr>
          <a:xfrm>
            <a:off x="2689831" y="2250343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Oval 198"/>
          <p:cNvSpPr/>
          <p:nvPr/>
        </p:nvSpPr>
        <p:spPr>
          <a:xfrm>
            <a:off x="2684109" y="2214217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Oval 199"/>
          <p:cNvSpPr/>
          <p:nvPr/>
        </p:nvSpPr>
        <p:spPr>
          <a:xfrm>
            <a:off x="2678387" y="217809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Oval 200"/>
          <p:cNvSpPr/>
          <p:nvPr/>
        </p:nvSpPr>
        <p:spPr>
          <a:xfrm>
            <a:off x="2672665" y="214196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Oval 201"/>
          <p:cNvSpPr/>
          <p:nvPr/>
        </p:nvSpPr>
        <p:spPr>
          <a:xfrm>
            <a:off x="2640413" y="237142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Oval 202"/>
          <p:cNvSpPr/>
          <p:nvPr/>
        </p:nvSpPr>
        <p:spPr>
          <a:xfrm>
            <a:off x="2632434" y="233572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Oval 203"/>
          <p:cNvSpPr/>
          <p:nvPr/>
        </p:nvSpPr>
        <p:spPr>
          <a:xfrm>
            <a:off x="2624455" y="230003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Oval 204"/>
          <p:cNvSpPr/>
          <p:nvPr/>
        </p:nvSpPr>
        <p:spPr>
          <a:xfrm>
            <a:off x="2616476" y="226433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Oval 205"/>
          <p:cNvSpPr/>
          <p:nvPr/>
        </p:nvSpPr>
        <p:spPr>
          <a:xfrm>
            <a:off x="2608497" y="222864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Oval 206"/>
          <p:cNvSpPr/>
          <p:nvPr/>
        </p:nvSpPr>
        <p:spPr>
          <a:xfrm>
            <a:off x="2600519" y="2192945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Oval 207"/>
          <p:cNvSpPr/>
          <p:nvPr/>
        </p:nvSpPr>
        <p:spPr>
          <a:xfrm>
            <a:off x="2592540" y="215725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Oval 208"/>
          <p:cNvSpPr/>
          <p:nvPr/>
        </p:nvSpPr>
        <p:spPr>
          <a:xfrm>
            <a:off x="2574758" y="2388278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Oval 209"/>
          <p:cNvSpPr/>
          <p:nvPr/>
        </p:nvSpPr>
        <p:spPr>
          <a:xfrm>
            <a:off x="2564554" y="2353155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Oval 210"/>
          <p:cNvSpPr/>
          <p:nvPr/>
        </p:nvSpPr>
        <p:spPr>
          <a:xfrm>
            <a:off x="2554350" y="231803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Oval 211"/>
          <p:cNvSpPr/>
          <p:nvPr/>
        </p:nvSpPr>
        <p:spPr>
          <a:xfrm>
            <a:off x="2544145" y="2282907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Oval 212"/>
          <p:cNvSpPr/>
          <p:nvPr/>
        </p:nvSpPr>
        <p:spPr>
          <a:xfrm>
            <a:off x="2533941" y="2247783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Oval 213"/>
          <p:cNvSpPr/>
          <p:nvPr/>
        </p:nvSpPr>
        <p:spPr>
          <a:xfrm>
            <a:off x="2523736" y="221266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Oval 214"/>
          <p:cNvSpPr/>
          <p:nvPr/>
        </p:nvSpPr>
        <p:spPr>
          <a:xfrm>
            <a:off x="2513532" y="217753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Oval 215"/>
          <p:cNvSpPr/>
          <p:nvPr/>
        </p:nvSpPr>
        <p:spPr>
          <a:xfrm>
            <a:off x="2510292" y="2409225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Oval 216"/>
          <p:cNvSpPr/>
          <p:nvPr/>
        </p:nvSpPr>
        <p:spPr>
          <a:xfrm>
            <a:off x="2497902" y="237481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Oval 217"/>
          <p:cNvSpPr/>
          <p:nvPr/>
        </p:nvSpPr>
        <p:spPr>
          <a:xfrm>
            <a:off x="2485513" y="2340397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Oval 218"/>
          <p:cNvSpPr/>
          <p:nvPr/>
        </p:nvSpPr>
        <p:spPr>
          <a:xfrm>
            <a:off x="2473123" y="2305984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Oval 219"/>
          <p:cNvSpPr/>
          <p:nvPr/>
        </p:nvSpPr>
        <p:spPr>
          <a:xfrm>
            <a:off x="2460733" y="227157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Oval 220"/>
          <p:cNvSpPr/>
          <p:nvPr/>
        </p:nvSpPr>
        <p:spPr>
          <a:xfrm>
            <a:off x="2448344" y="223715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Oval 221"/>
          <p:cNvSpPr/>
          <p:nvPr/>
        </p:nvSpPr>
        <p:spPr>
          <a:xfrm>
            <a:off x="2435954" y="2202743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Oval 222"/>
          <p:cNvSpPr/>
          <p:nvPr/>
        </p:nvSpPr>
        <p:spPr>
          <a:xfrm>
            <a:off x="2447268" y="2434178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Oval 223"/>
          <p:cNvSpPr/>
          <p:nvPr/>
        </p:nvSpPr>
        <p:spPr>
          <a:xfrm>
            <a:off x="2432742" y="240061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Oval 224"/>
          <p:cNvSpPr/>
          <p:nvPr/>
        </p:nvSpPr>
        <p:spPr>
          <a:xfrm>
            <a:off x="2418216" y="2367042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Oval 225"/>
          <p:cNvSpPr/>
          <p:nvPr/>
        </p:nvSpPr>
        <p:spPr>
          <a:xfrm>
            <a:off x="2403690" y="2333474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Oval 226"/>
          <p:cNvSpPr/>
          <p:nvPr/>
        </p:nvSpPr>
        <p:spPr>
          <a:xfrm>
            <a:off x="2389164" y="229990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Oval 227"/>
          <p:cNvSpPr/>
          <p:nvPr/>
        </p:nvSpPr>
        <p:spPr>
          <a:xfrm>
            <a:off x="2374638" y="2266339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Oval 228"/>
          <p:cNvSpPr/>
          <p:nvPr/>
        </p:nvSpPr>
        <p:spPr>
          <a:xfrm>
            <a:off x="2360112" y="223277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Oval 229"/>
          <p:cNvSpPr/>
          <p:nvPr/>
        </p:nvSpPr>
        <p:spPr>
          <a:xfrm>
            <a:off x="2385935" y="2463039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Oval 230"/>
          <p:cNvSpPr/>
          <p:nvPr/>
        </p:nvSpPr>
        <p:spPr>
          <a:xfrm>
            <a:off x="2369330" y="2430449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Oval 231"/>
          <p:cNvSpPr/>
          <p:nvPr/>
        </p:nvSpPr>
        <p:spPr>
          <a:xfrm>
            <a:off x="2352725" y="239786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Oval 232"/>
          <p:cNvSpPr/>
          <p:nvPr/>
        </p:nvSpPr>
        <p:spPr>
          <a:xfrm>
            <a:off x="2336120" y="236527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Oval 233"/>
          <p:cNvSpPr/>
          <p:nvPr/>
        </p:nvSpPr>
        <p:spPr>
          <a:xfrm>
            <a:off x="2319515" y="233268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Oval 234"/>
          <p:cNvSpPr/>
          <p:nvPr/>
        </p:nvSpPr>
        <p:spPr>
          <a:xfrm>
            <a:off x="2302910" y="230009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Oval 235"/>
          <p:cNvSpPr/>
          <p:nvPr/>
        </p:nvSpPr>
        <p:spPr>
          <a:xfrm>
            <a:off x="2286304" y="2267502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Oval 236"/>
          <p:cNvSpPr/>
          <p:nvPr/>
        </p:nvSpPr>
        <p:spPr>
          <a:xfrm>
            <a:off x="3044579" y="2358720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Oval 237"/>
          <p:cNvSpPr/>
          <p:nvPr/>
        </p:nvSpPr>
        <p:spPr>
          <a:xfrm>
            <a:off x="3050301" y="232259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Oval 238"/>
          <p:cNvSpPr/>
          <p:nvPr/>
        </p:nvSpPr>
        <p:spPr>
          <a:xfrm>
            <a:off x="3056023" y="2286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Oval 239"/>
          <p:cNvSpPr/>
          <p:nvPr/>
        </p:nvSpPr>
        <p:spPr>
          <a:xfrm>
            <a:off x="3061744" y="225034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Oval 240"/>
          <p:cNvSpPr/>
          <p:nvPr/>
        </p:nvSpPr>
        <p:spPr>
          <a:xfrm>
            <a:off x="3067466" y="221421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Oval 241"/>
          <p:cNvSpPr/>
          <p:nvPr/>
        </p:nvSpPr>
        <p:spPr>
          <a:xfrm>
            <a:off x="3073188" y="217809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Oval 242"/>
          <p:cNvSpPr/>
          <p:nvPr/>
        </p:nvSpPr>
        <p:spPr>
          <a:xfrm>
            <a:off x="3078910" y="214196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Oval 243"/>
          <p:cNvSpPr/>
          <p:nvPr/>
        </p:nvSpPr>
        <p:spPr>
          <a:xfrm>
            <a:off x="2988573" y="235134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Oval 244"/>
          <p:cNvSpPr/>
          <p:nvPr/>
        </p:nvSpPr>
        <p:spPr>
          <a:xfrm>
            <a:off x="2992396" y="231497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Oval 245"/>
          <p:cNvSpPr/>
          <p:nvPr/>
        </p:nvSpPr>
        <p:spPr>
          <a:xfrm>
            <a:off x="2996219" y="227859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Oval 246"/>
          <p:cNvSpPr/>
          <p:nvPr/>
        </p:nvSpPr>
        <p:spPr>
          <a:xfrm>
            <a:off x="3000043" y="224221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Oval 247"/>
          <p:cNvSpPr/>
          <p:nvPr/>
        </p:nvSpPr>
        <p:spPr>
          <a:xfrm>
            <a:off x="3003866" y="220584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Oval 248"/>
          <p:cNvSpPr/>
          <p:nvPr/>
        </p:nvSpPr>
        <p:spPr>
          <a:xfrm>
            <a:off x="3007689" y="2169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Oval 249"/>
          <p:cNvSpPr/>
          <p:nvPr/>
        </p:nvSpPr>
        <p:spPr>
          <a:xfrm>
            <a:off x="3011512" y="213309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Oval 250"/>
          <p:cNvSpPr/>
          <p:nvPr/>
        </p:nvSpPr>
        <p:spPr>
          <a:xfrm>
            <a:off x="2932258" y="234691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Oval 251"/>
          <p:cNvSpPr/>
          <p:nvPr/>
        </p:nvSpPr>
        <p:spPr>
          <a:xfrm>
            <a:off x="2934172" y="231038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Oval 252"/>
          <p:cNvSpPr/>
          <p:nvPr/>
        </p:nvSpPr>
        <p:spPr>
          <a:xfrm>
            <a:off x="2936086" y="2273862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Oval 253"/>
          <p:cNvSpPr/>
          <p:nvPr/>
        </p:nvSpPr>
        <p:spPr>
          <a:xfrm>
            <a:off x="2938000" y="223733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Oval 254"/>
          <p:cNvSpPr/>
          <p:nvPr/>
        </p:nvSpPr>
        <p:spPr>
          <a:xfrm>
            <a:off x="2939915" y="220081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Oval 255"/>
          <p:cNvSpPr/>
          <p:nvPr/>
        </p:nvSpPr>
        <p:spPr>
          <a:xfrm>
            <a:off x="2941829" y="216428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Oval 256"/>
          <p:cNvSpPr/>
          <p:nvPr/>
        </p:nvSpPr>
        <p:spPr>
          <a:xfrm>
            <a:off x="2943743" y="212775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Oval 257"/>
          <p:cNvSpPr/>
          <p:nvPr/>
        </p:nvSpPr>
        <p:spPr>
          <a:xfrm>
            <a:off x="2875788" y="234543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Oval 258"/>
          <p:cNvSpPr/>
          <p:nvPr/>
        </p:nvSpPr>
        <p:spPr>
          <a:xfrm>
            <a:off x="2875788" y="2308860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Oval 259"/>
          <p:cNvSpPr/>
          <p:nvPr/>
        </p:nvSpPr>
        <p:spPr>
          <a:xfrm>
            <a:off x="2875788" y="227228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Oval 260"/>
          <p:cNvSpPr/>
          <p:nvPr/>
        </p:nvSpPr>
        <p:spPr>
          <a:xfrm>
            <a:off x="2875788" y="223570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Oval 261"/>
          <p:cNvSpPr/>
          <p:nvPr/>
        </p:nvSpPr>
        <p:spPr>
          <a:xfrm>
            <a:off x="2875788" y="2199132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Oval 262"/>
          <p:cNvSpPr/>
          <p:nvPr/>
        </p:nvSpPr>
        <p:spPr>
          <a:xfrm>
            <a:off x="2875788" y="216255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Oval 263"/>
          <p:cNvSpPr/>
          <p:nvPr/>
        </p:nvSpPr>
        <p:spPr>
          <a:xfrm>
            <a:off x="2875788" y="212597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Oval 264"/>
          <p:cNvSpPr/>
          <p:nvPr/>
        </p:nvSpPr>
        <p:spPr>
          <a:xfrm>
            <a:off x="2819317" y="234691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Oval 265"/>
          <p:cNvSpPr/>
          <p:nvPr/>
        </p:nvSpPr>
        <p:spPr>
          <a:xfrm>
            <a:off x="2817403" y="231038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Oval 266"/>
          <p:cNvSpPr/>
          <p:nvPr/>
        </p:nvSpPr>
        <p:spPr>
          <a:xfrm>
            <a:off x="2815489" y="2273862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Oval 267"/>
          <p:cNvSpPr/>
          <p:nvPr/>
        </p:nvSpPr>
        <p:spPr>
          <a:xfrm>
            <a:off x="2813575" y="223733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Oval 268"/>
          <p:cNvSpPr/>
          <p:nvPr/>
        </p:nvSpPr>
        <p:spPr>
          <a:xfrm>
            <a:off x="2811660" y="220081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Oval 269"/>
          <p:cNvSpPr/>
          <p:nvPr/>
        </p:nvSpPr>
        <p:spPr>
          <a:xfrm>
            <a:off x="2809746" y="216428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Oval 270"/>
          <p:cNvSpPr/>
          <p:nvPr/>
        </p:nvSpPr>
        <p:spPr>
          <a:xfrm>
            <a:off x="2807832" y="212775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Oval 271"/>
          <p:cNvSpPr/>
          <p:nvPr/>
        </p:nvSpPr>
        <p:spPr>
          <a:xfrm>
            <a:off x="2763002" y="235134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Oval 272"/>
          <p:cNvSpPr/>
          <p:nvPr/>
        </p:nvSpPr>
        <p:spPr>
          <a:xfrm>
            <a:off x="2759179" y="231497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Oval 273"/>
          <p:cNvSpPr/>
          <p:nvPr/>
        </p:nvSpPr>
        <p:spPr>
          <a:xfrm>
            <a:off x="2755356" y="227859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Oval 274"/>
          <p:cNvSpPr/>
          <p:nvPr/>
        </p:nvSpPr>
        <p:spPr>
          <a:xfrm>
            <a:off x="2751532" y="224221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Oval 275"/>
          <p:cNvSpPr/>
          <p:nvPr/>
        </p:nvSpPr>
        <p:spPr>
          <a:xfrm>
            <a:off x="2747709" y="220584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Oval 276"/>
          <p:cNvSpPr/>
          <p:nvPr/>
        </p:nvSpPr>
        <p:spPr>
          <a:xfrm>
            <a:off x="2743886" y="2169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Oval 277"/>
          <p:cNvSpPr/>
          <p:nvPr/>
        </p:nvSpPr>
        <p:spPr>
          <a:xfrm>
            <a:off x="2740063" y="213309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Oval 278"/>
          <p:cNvSpPr/>
          <p:nvPr/>
        </p:nvSpPr>
        <p:spPr>
          <a:xfrm>
            <a:off x="2706996" y="2358720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Oval 279"/>
          <p:cNvSpPr/>
          <p:nvPr/>
        </p:nvSpPr>
        <p:spPr>
          <a:xfrm>
            <a:off x="2701274" y="232259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Oval 280"/>
          <p:cNvSpPr/>
          <p:nvPr/>
        </p:nvSpPr>
        <p:spPr>
          <a:xfrm>
            <a:off x="2695552" y="2286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Oval 281"/>
          <p:cNvSpPr/>
          <p:nvPr/>
        </p:nvSpPr>
        <p:spPr>
          <a:xfrm>
            <a:off x="2689831" y="225034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Oval 282"/>
          <p:cNvSpPr/>
          <p:nvPr/>
        </p:nvSpPr>
        <p:spPr>
          <a:xfrm>
            <a:off x="2684109" y="221421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Oval 283"/>
          <p:cNvSpPr/>
          <p:nvPr/>
        </p:nvSpPr>
        <p:spPr>
          <a:xfrm>
            <a:off x="2678387" y="217809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Oval 284"/>
          <p:cNvSpPr/>
          <p:nvPr/>
        </p:nvSpPr>
        <p:spPr>
          <a:xfrm>
            <a:off x="2672665" y="214196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Oval 285"/>
          <p:cNvSpPr/>
          <p:nvPr/>
        </p:nvSpPr>
        <p:spPr>
          <a:xfrm>
            <a:off x="3954780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Oval 286"/>
          <p:cNvSpPr/>
          <p:nvPr/>
        </p:nvSpPr>
        <p:spPr>
          <a:xfrm>
            <a:off x="3991356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8" name="Oval 287"/>
          <p:cNvSpPr/>
          <p:nvPr/>
        </p:nvSpPr>
        <p:spPr>
          <a:xfrm>
            <a:off x="4027932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Oval 288"/>
          <p:cNvSpPr/>
          <p:nvPr/>
        </p:nvSpPr>
        <p:spPr>
          <a:xfrm>
            <a:off x="4064508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Oval 289"/>
          <p:cNvSpPr/>
          <p:nvPr/>
        </p:nvSpPr>
        <p:spPr>
          <a:xfrm>
            <a:off x="4101084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Oval 290"/>
          <p:cNvSpPr/>
          <p:nvPr/>
        </p:nvSpPr>
        <p:spPr>
          <a:xfrm>
            <a:off x="4137660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2" name="Oval 291"/>
          <p:cNvSpPr/>
          <p:nvPr/>
        </p:nvSpPr>
        <p:spPr>
          <a:xfrm>
            <a:off x="4174236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Oval 292"/>
          <p:cNvSpPr/>
          <p:nvPr/>
        </p:nvSpPr>
        <p:spPr>
          <a:xfrm>
            <a:off x="3953185" y="336578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Oval 293"/>
          <p:cNvSpPr/>
          <p:nvPr/>
        </p:nvSpPr>
        <p:spPr>
          <a:xfrm>
            <a:off x="3989707" y="336380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Oval 294"/>
          <p:cNvSpPr/>
          <p:nvPr/>
        </p:nvSpPr>
        <p:spPr>
          <a:xfrm>
            <a:off x="4026229" y="336181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6" name="Oval 295"/>
          <p:cNvSpPr/>
          <p:nvPr/>
        </p:nvSpPr>
        <p:spPr>
          <a:xfrm>
            <a:off x="4062751" y="33598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Oval 296"/>
          <p:cNvSpPr/>
          <p:nvPr/>
        </p:nvSpPr>
        <p:spPr>
          <a:xfrm>
            <a:off x="4099273" y="335783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8" name="Oval 297"/>
          <p:cNvSpPr/>
          <p:nvPr/>
        </p:nvSpPr>
        <p:spPr>
          <a:xfrm>
            <a:off x="4135795" y="335584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Oval 298"/>
          <p:cNvSpPr/>
          <p:nvPr/>
        </p:nvSpPr>
        <p:spPr>
          <a:xfrm>
            <a:off x="4172317" y="33538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Oval 299"/>
          <p:cNvSpPr/>
          <p:nvPr/>
        </p:nvSpPr>
        <p:spPr>
          <a:xfrm>
            <a:off x="3948406" y="330732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Oval 300"/>
          <p:cNvSpPr/>
          <p:nvPr/>
        </p:nvSpPr>
        <p:spPr>
          <a:xfrm>
            <a:off x="3984766" y="330335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2" name="Oval 301"/>
          <p:cNvSpPr/>
          <p:nvPr/>
        </p:nvSpPr>
        <p:spPr>
          <a:xfrm>
            <a:off x="4021126" y="329938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Oval 302"/>
          <p:cNvSpPr/>
          <p:nvPr/>
        </p:nvSpPr>
        <p:spPr>
          <a:xfrm>
            <a:off x="4057486" y="329541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4" name="Oval 303"/>
          <p:cNvSpPr/>
          <p:nvPr/>
        </p:nvSpPr>
        <p:spPr>
          <a:xfrm>
            <a:off x="4093845" y="32914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Oval 304"/>
          <p:cNvSpPr/>
          <p:nvPr/>
        </p:nvSpPr>
        <p:spPr>
          <a:xfrm>
            <a:off x="4130205" y="328747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Oval 305"/>
          <p:cNvSpPr/>
          <p:nvPr/>
        </p:nvSpPr>
        <p:spPr>
          <a:xfrm>
            <a:off x="4166565" y="328350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Oval 306"/>
          <p:cNvSpPr/>
          <p:nvPr/>
        </p:nvSpPr>
        <p:spPr>
          <a:xfrm>
            <a:off x="3940456" y="32492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8" name="Oval 307"/>
          <p:cNvSpPr/>
          <p:nvPr/>
        </p:nvSpPr>
        <p:spPr>
          <a:xfrm>
            <a:off x="3976547" y="32432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Oval 308"/>
          <p:cNvSpPr/>
          <p:nvPr/>
        </p:nvSpPr>
        <p:spPr>
          <a:xfrm>
            <a:off x="4012637" y="323732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0" name="Oval 309"/>
          <p:cNvSpPr/>
          <p:nvPr/>
        </p:nvSpPr>
        <p:spPr>
          <a:xfrm>
            <a:off x="4048728" y="323138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1" name="Oval 310"/>
          <p:cNvSpPr/>
          <p:nvPr/>
        </p:nvSpPr>
        <p:spPr>
          <a:xfrm>
            <a:off x="4084818" y="322544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Oval 311"/>
          <p:cNvSpPr/>
          <p:nvPr/>
        </p:nvSpPr>
        <p:spPr>
          <a:xfrm>
            <a:off x="4120908" y="32195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" name="Oval 312"/>
          <p:cNvSpPr/>
          <p:nvPr/>
        </p:nvSpPr>
        <p:spPr>
          <a:xfrm>
            <a:off x="4156999" y="32135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4" name="Oval 313"/>
          <p:cNvSpPr/>
          <p:nvPr/>
        </p:nvSpPr>
        <p:spPr>
          <a:xfrm>
            <a:off x="3929360" y="319159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Oval 314"/>
          <p:cNvSpPr/>
          <p:nvPr/>
        </p:nvSpPr>
        <p:spPr>
          <a:xfrm>
            <a:off x="3965074" y="318370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6" name="Oval 315"/>
          <p:cNvSpPr/>
          <p:nvPr/>
        </p:nvSpPr>
        <p:spPr>
          <a:xfrm>
            <a:off x="4000788" y="317581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Oval 316"/>
          <p:cNvSpPr/>
          <p:nvPr/>
        </p:nvSpPr>
        <p:spPr>
          <a:xfrm>
            <a:off x="4036503" y="316792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8" name="Oval 317"/>
          <p:cNvSpPr/>
          <p:nvPr/>
        </p:nvSpPr>
        <p:spPr>
          <a:xfrm>
            <a:off x="4072217" y="316002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9" name="Oval 318"/>
          <p:cNvSpPr/>
          <p:nvPr/>
        </p:nvSpPr>
        <p:spPr>
          <a:xfrm>
            <a:off x="4107931" y="315213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0" name="Oval 319"/>
          <p:cNvSpPr/>
          <p:nvPr/>
        </p:nvSpPr>
        <p:spPr>
          <a:xfrm>
            <a:off x="4143645" y="31442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1" name="Oval 320"/>
          <p:cNvSpPr/>
          <p:nvPr/>
        </p:nvSpPr>
        <p:spPr>
          <a:xfrm>
            <a:off x="3915149" y="313468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2" name="Oval 321"/>
          <p:cNvSpPr/>
          <p:nvPr/>
        </p:nvSpPr>
        <p:spPr>
          <a:xfrm>
            <a:off x="3950382" y="312486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3" name="Oval 322"/>
          <p:cNvSpPr/>
          <p:nvPr/>
        </p:nvSpPr>
        <p:spPr>
          <a:xfrm>
            <a:off x="3985614" y="311504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4" name="Oval 323"/>
          <p:cNvSpPr/>
          <p:nvPr/>
        </p:nvSpPr>
        <p:spPr>
          <a:xfrm>
            <a:off x="4020847" y="310521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5" name="Oval 324"/>
          <p:cNvSpPr/>
          <p:nvPr/>
        </p:nvSpPr>
        <p:spPr>
          <a:xfrm>
            <a:off x="4056079" y="309539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6" name="Oval 325"/>
          <p:cNvSpPr/>
          <p:nvPr/>
        </p:nvSpPr>
        <p:spPr>
          <a:xfrm>
            <a:off x="4091312" y="308557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7" name="Oval 326"/>
          <p:cNvSpPr/>
          <p:nvPr/>
        </p:nvSpPr>
        <p:spPr>
          <a:xfrm>
            <a:off x="4126545" y="307575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8" name="Oval 327"/>
          <p:cNvSpPr/>
          <p:nvPr/>
        </p:nvSpPr>
        <p:spPr>
          <a:xfrm>
            <a:off x="3897866" y="30786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9" name="Oval 328"/>
          <p:cNvSpPr/>
          <p:nvPr/>
        </p:nvSpPr>
        <p:spPr>
          <a:xfrm>
            <a:off x="3932513" y="306690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0" name="Oval 329"/>
          <p:cNvSpPr/>
          <p:nvPr/>
        </p:nvSpPr>
        <p:spPr>
          <a:xfrm>
            <a:off x="3967160" y="305518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1" name="Oval 330"/>
          <p:cNvSpPr/>
          <p:nvPr/>
        </p:nvSpPr>
        <p:spPr>
          <a:xfrm>
            <a:off x="4001806" y="304346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2" name="Oval 331"/>
          <p:cNvSpPr/>
          <p:nvPr/>
        </p:nvSpPr>
        <p:spPr>
          <a:xfrm>
            <a:off x="4036453" y="303173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3" name="Oval 332"/>
          <p:cNvSpPr/>
          <p:nvPr/>
        </p:nvSpPr>
        <p:spPr>
          <a:xfrm>
            <a:off x="4071100" y="302001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4" name="Oval 333"/>
          <p:cNvSpPr/>
          <p:nvPr/>
        </p:nvSpPr>
        <p:spPr>
          <a:xfrm>
            <a:off x="4105747" y="30082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5" name="Oval 334"/>
          <p:cNvSpPr/>
          <p:nvPr/>
        </p:nvSpPr>
        <p:spPr>
          <a:xfrm>
            <a:off x="3877562" y="302359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6" name="Oval 335"/>
          <p:cNvSpPr/>
          <p:nvPr/>
        </p:nvSpPr>
        <p:spPr>
          <a:xfrm>
            <a:off x="3911521" y="301000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7" name="Oval 336"/>
          <p:cNvSpPr/>
          <p:nvPr/>
        </p:nvSpPr>
        <p:spPr>
          <a:xfrm>
            <a:off x="3945479" y="299641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8" name="Oval 337"/>
          <p:cNvSpPr/>
          <p:nvPr/>
        </p:nvSpPr>
        <p:spPr>
          <a:xfrm>
            <a:off x="3979438" y="29828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9" name="Oval 338"/>
          <p:cNvSpPr/>
          <p:nvPr/>
        </p:nvSpPr>
        <p:spPr>
          <a:xfrm>
            <a:off x="4013396" y="29692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0" name="Oval 339"/>
          <p:cNvSpPr/>
          <p:nvPr/>
        </p:nvSpPr>
        <p:spPr>
          <a:xfrm>
            <a:off x="4047355" y="295565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1" name="Oval 340"/>
          <p:cNvSpPr/>
          <p:nvPr/>
        </p:nvSpPr>
        <p:spPr>
          <a:xfrm>
            <a:off x="4081313" y="294206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2" name="Oval 341"/>
          <p:cNvSpPr/>
          <p:nvPr/>
        </p:nvSpPr>
        <p:spPr>
          <a:xfrm>
            <a:off x="3854298" y="29697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3" name="Oval 342"/>
          <p:cNvSpPr/>
          <p:nvPr/>
        </p:nvSpPr>
        <p:spPr>
          <a:xfrm>
            <a:off x="3887468" y="29543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4" name="Oval 343"/>
          <p:cNvSpPr/>
          <p:nvPr/>
        </p:nvSpPr>
        <p:spPr>
          <a:xfrm>
            <a:off x="3920637" y="293891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5" name="Oval 344"/>
          <p:cNvSpPr/>
          <p:nvPr/>
        </p:nvSpPr>
        <p:spPr>
          <a:xfrm>
            <a:off x="3953807" y="292350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6" name="Oval 345"/>
          <p:cNvSpPr/>
          <p:nvPr/>
        </p:nvSpPr>
        <p:spPr>
          <a:xfrm>
            <a:off x="3986977" y="290808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7" name="Oval 346"/>
          <p:cNvSpPr/>
          <p:nvPr/>
        </p:nvSpPr>
        <p:spPr>
          <a:xfrm>
            <a:off x="4020147" y="289267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8" name="Oval 347"/>
          <p:cNvSpPr/>
          <p:nvPr/>
        </p:nvSpPr>
        <p:spPr>
          <a:xfrm>
            <a:off x="4053317" y="287726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9" name="Oval 348"/>
          <p:cNvSpPr/>
          <p:nvPr/>
        </p:nvSpPr>
        <p:spPr>
          <a:xfrm>
            <a:off x="3828141" y="291723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0" name="Oval 349"/>
          <p:cNvSpPr/>
          <p:nvPr/>
        </p:nvSpPr>
        <p:spPr>
          <a:xfrm>
            <a:off x="3860424" y="29000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1" name="Oval 350"/>
          <p:cNvSpPr/>
          <p:nvPr/>
        </p:nvSpPr>
        <p:spPr>
          <a:xfrm>
            <a:off x="3892707" y="288284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2" name="Oval 351"/>
          <p:cNvSpPr/>
          <p:nvPr/>
        </p:nvSpPr>
        <p:spPr>
          <a:xfrm>
            <a:off x="3924990" y="286565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3" name="Oval 352"/>
          <p:cNvSpPr/>
          <p:nvPr/>
        </p:nvSpPr>
        <p:spPr>
          <a:xfrm>
            <a:off x="3957273" y="284846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4" name="Oval 353"/>
          <p:cNvSpPr/>
          <p:nvPr/>
        </p:nvSpPr>
        <p:spPr>
          <a:xfrm>
            <a:off x="3989556" y="283126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5" name="Oval 354"/>
          <p:cNvSpPr/>
          <p:nvPr/>
        </p:nvSpPr>
        <p:spPr>
          <a:xfrm>
            <a:off x="4021840" y="281407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6" name="Oval 355"/>
          <p:cNvSpPr/>
          <p:nvPr/>
        </p:nvSpPr>
        <p:spPr>
          <a:xfrm>
            <a:off x="3799169" y="28662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7" name="Oval 356"/>
          <p:cNvSpPr/>
          <p:nvPr/>
        </p:nvSpPr>
        <p:spPr>
          <a:xfrm>
            <a:off x="3830470" y="284730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8" name="Oval 357"/>
          <p:cNvSpPr/>
          <p:nvPr/>
        </p:nvSpPr>
        <p:spPr>
          <a:xfrm>
            <a:off x="3861771" y="282838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9" name="Oval 358"/>
          <p:cNvSpPr/>
          <p:nvPr/>
        </p:nvSpPr>
        <p:spPr>
          <a:xfrm>
            <a:off x="3893072" y="280945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0" name="Oval 359"/>
          <p:cNvSpPr/>
          <p:nvPr/>
        </p:nvSpPr>
        <p:spPr>
          <a:xfrm>
            <a:off x="3924373" y="279053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1" name="Oval 360"/>
          <p:cNvSpPr/>
          <p:nvPr/>
        </p:nvSpPr>
        <p:spPr>
          <a:xfrm>
            <a:off x="3955674" y="277161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2" name="Oval 361"/>
          <p:cNvSpPr/>
          <p:nvPr/>
        </p:nvSpPr>
        <p:spPr>
          <a:xfrm>
            <a:off x="3986975" y="27526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3" name="Oval 362"/>
          <p:cNvSpPr/>
          <p:nvPr/>
        </p:nvSpPr>
        <p:spPr>
          <a:xfrm>
            <a:off x="3767467" y="28168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4" name="Oval 363"/>
          <p:cNvSpPr/>
          <p:nvPr/>
        </p:nvSpPr>
        <p:spPr>
          <a:xfrm>
            <a:off x="3797694" y="279627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5" name="Oval 364"/>
          <p:cNvSpPr/>
          <p:nvPr/>
        </p:nvSpPr>
        <p:spPr>
          <a:xfrm>
            <a:off x="3827920" y="277567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6" name="Oval 365"/>
          <p:cNvSpPr/>
          <p:nvPr/>
        </p:nvSpPr>
        <p:spPr>
          <a:xfrm>
            <a:off x="3858147" y="275508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7" name="Oval 366"/>
          <p:cNvSpPr/>
          <p:nvPr/>
        </p:nvSpPr>
        <p:spPr>
          <a:xfrm>
            <a:off x="3888373" y="273448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8" name="Oval 367"/>
          <p:cNvSpPr/>
          <p:nvPr/>
        </p:nvSpPr>
        <p:spPr>
          <a:xfrm>
            <a:off x="3918600" y="271389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9" name="Oval 368"/>
          <p:cNvSpPr/>
          <p:nvPr/>
        </p:nvSpPr>
        <p:spPr>
          <a:xfrm>
            <a:off x="3948826" y="269329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0" name="Oval 369"/>
          <p:cNvSpPr/>
          <p:nvPr/>
        </p:nvSpPr>
        <p:spPr>
          <a:xfrm>
            <a:off x="3733130" y="276930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1" name="Oval 370"/>
          <p:cNvSpPr/>
          <p:nvPr/>
        </p:nvSpPr>
        <p:spPr>
          <a:xfrm>
            <a:off x="3762193" y="274709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2" name="Oval 371"/>
          <p:cNvSpPr/>
          <p:nvPr/>
        </p:nvSpPr>
        <p:spPr>
          <a:xfrm>
            <a:off x="3791255" y="272488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3" name="Oval 372"/>
          <p:cNvSpPr/>
          <p:nvPr/>
        </p:nvSpPr>
        <p:spPr>
          <a:xfrm>
            <a:off x="3820318" y="270268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4" name="Oval 373"/>
          <p:cNvSpPr/>
          <p:nvPr/>
        </p:nvSpPr>
        <p:spPr>
          <a:xfrm>
            <a:off x="3849380" y="268047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5" name="Oval 374"/>
          <p:cNvSpPr/>
          <p:nvPr/>
        </p:nvSpPr>
        <p:spPr>
          <a:xfrm>
            <a:off x="3878443" y="26582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6" name="Oval 375"/>
          <p:cNvSpPr/>
          <p:nvPr/>
        </p:nvSpPr>
        <p:spPr>
          <a:xfrm>
            <a:off x="3907505" y="263605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7" name="Oval 376"/>
          <p:cNvSpPr/>
          <p:nvPr/>
        </p:nvSpPr>
        <p:spPr>
          <a:xfrm>
            <a:off x="3696259" y="272367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8" name="Oval 377"/>
          <p:cNvSpPr/>
          <p:nvPr/>
        </p:nvSpPr>
        <p:spPr>
          <a:xfrm>
            <a:off x="3724072" y="26999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9" name="Oval 378"/>
          <p:cNvSpPr/>
          <p:nvPr/>
        </p:nvSpPr>
        <p:spPr>
          <a:xfrm>
            <a:off x="3751885" y="267617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0" name="Oval 379"/>
          <p:cNvSpPr/>
          <p:nvPr/>
        </p:nvSpPr>
        <p:spPr>
          <a:xfrm>
            <a:off x="3779697" y="265241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1" name="Oval 380"/>
          <p:cNvSpPr/>
          <p:nvPr/>
        </p:nvSpPr>
        <p:spPr>
          <a:xfrm>
            <a:off x="3807510" y="26286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2" name="Oval 381"/>
          <p:cNvSpPr/>
          <p:nvPr/>
        </p:nvSpPr>
        <p:spPr>
          <a:xfrm>
            <a:off x="3835322" y="260490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3" name="Oval 382"/>
          <p:cNvSpPr/>
          <p:nvPr/>
        </p:nvSpPr>
        <p:spPr>
          <a:xfrm>
            <a:off x="3863135" y="258115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4" name="Oval 383"/>
          <p:cNvSpPr/>
          <p:nvPr/>
        </p:nvSpPr>
        <p:spPr>
          <a:xfrm>
            <a:off x="3656963" y="26801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5" name="Oval 384"/>
          <p:cNvSpPr/>
          <p:nvPr/>
        </p:nvSpPr>
        <p:spPr>
          <a:xfrm>
            <a:off x="3683444" y="26548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6" name="Oval 385"/>
          <p:cNvSpPr/>
          <p:nvPr/>
        </p:nvSpPr>
        <p:spPr>
          <a:xfrm>
            <a:off x="3709924" y="262966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7" name="Oval 386"/>
          <p:cNvSpPr/>
          <p:nvPr/>
        </p:nvSpPr>
        <p:spPr>
          <a:xfrm>
            <a:off x="3736405" y="260443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8" name="Oval 387"/>
          <p:cNvSpPr/>
          <p:nvPr/>
        </p:nvSpPr>
        <p:spPr>
          <a:xfrm>
            <a:off x="3762885" y="25792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9" name="Oval 388"/>
          <p:cNvSpPr/>
          <p:nvPr/>
        </p:nvSpPr>
        <p:spPr>
          <a:xfrm>
            <a:off x="3789366" y="255397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0" name="Oval 389"/>
          <p:cNvSpPr/>
          <p:nvPr/>
        </p:nvSpPr>
        <p:spPr>
          <a:xfrm>
            <a:off x="3815847" y="252874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1" name="Oval 390"/>
          <p:cNvSpPr/>
          <p:nvPr/>
        </p:nvSpPr>
        <p:spPr>
          <a:xfrm>
            <a:off x="3615358" y="263876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2" name="Oval 391"/>
          <p:cNvSpPr/>
          <p:nvPr/>
        </p:nvSpPr>
        <p:spPr>
          <a:xfrm>
            <a:off x="3640428" y="261213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3" name="Oval 392"/>
          <p:cNvSpPr/>
          <p:nvPr/>
        </p:nvSpPr>
        <p:spPr>
          <a:xfrm>
            <a:off x="3665499" y="258550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4" name="Oval 393"/>
          <p:cNvSpPr/>
          <p:nvPr/>
        </p:nvSpPr>
        <p:spPr>
          <a:xfrm>
            <a:off x="3690569" y="255887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5" name="Oval 394"/>
          <p:cNvSpPr/>
          <p:nvPr/>
        </p:nvSpPr>
        <p:spPr>
          <a:xfrm>
            <a:off x="3715639" y="25322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6" name="Oval 395"/>
          <p:cNvSpPr/>
          <p:nvPr/>
        </p:nvSpPr>
        <p:spPr>
          <a:xfrm>
            <a:off x="3740709" y="250560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7" name="Oval 396"/>
          <p:cNvSpPr/>
          <p:nvPr/>
        </p:nvSpPr>
        <p:spPr>
          <a:xfrm>
            <a:off x="3765779" y="247897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8" name="Oval 397"/>
          <p:cNvSpPr/>
          <p:nvPr/>
        </p:nvSpPr>
        <p:spPr>
          <a:xfrm>
            <a:off x="3571567" y="259973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9" name="Oval 398"/>
          <p:cNvSpPr/>
          <p:nvPr/>
        </p:nvSpPr>
        <p:spPr>
          <a:xfrm>
            <a:off x="3595153" y="257178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0" name="Oval 399"/>
          <p:cNvSpPr/>
          <p:nvPr/>
        </p:nvSpPr>
        <p:spPr>
          <a:xfrm>
            <a:off x="3618739" y="25438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1" name="Oval 400"/>
          <p:cNvSpPr/>
          <p:nvPr/>
        </p:nvSpPr>
        <p:spPr>
          <a:xfrm>
            <a:off x="3642324" y="251587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2" name="Oval 401"/>
          <p:cNvSpPr/>
          <p:nvPr/>
        </p:nvSpPr>
        <p:spPr>
          <a:xfrm>
            <a:off x="3665910" y="248791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3" name="Oval 402"/>
          <p:cNvSpPr/>
          <p:nvPr/>
        </p:nvSpPr>
        <p:spPr>
          <a:xfrm>
            <a:off x="3689496" y="245995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4" name="Oval 403"/>
          <p:cNvSpPr/>
          <p:nvPr/>
        </p:nvSpPr>
        <p:spPr>
          <a:xfrm>
            <a:off x="3713082" y="243200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5" name="Oval 404"/>
          <p:cNvSpPr/>
          <p:nvPr/>
        </p:nvSpPr>
        <p:spPr>
          <a:xfrm>
            <a:off x="3525719" y="25631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6" name="Oval 405"/>
          <p:cNvSpPr/>
          <p:nvPr/>
        </p:nvSpPr>
        <p:spPr>
          <a:xfrm>
            <a:off x="3547751" y="253394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7" name="Oval 406"/>
          <p:cNvSpPr/>
          <p:nvPr/>
        </p:nvSpPr>
        <p:spPr>
          <a:xfrm>
            <a:off x="3569783" y="250475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8" name="Oval 407"/>
          <p:cNvSpPr/>
          <p:nvPr/>
        </p:nvSpPr>
        <p:spPr>
          <a:xfrm>
            <a:off x="3591814" y="247555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9" name="Oval 408"/>
          <p:cNvSpPr/>
          <p:nvPr/>
        </p:nvSpPr>
        <p:spPr>
          <a:xfrm>
            <a:off x="3613846" y="244635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0" name="Oval 409"/>
          <p:cNvSpPr/>
          <p:nvPr/>
        </p:nvSpPr>
        <p:spPr>
          <a:xfrm>
            <a:off x="3635877" y="241716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1" name="Oval 410"/>
          <p:cNvSpPr/>
          <p:nvPr/>
        </p:nvSpPr>
        <p:spPr>
          <a:xfrm>
            <a:off x="3657909" y="23879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2" name="Oval 411"/>
          <p:cNvSpPr/>
          <p:nvPr/>
        </p:nvSpPr>
        <p:spPr>
          <a:xfrm>
            <a:off x="3477951" y="25290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3" name="Oval 412"/>
          <p:cNvSpPr/>
          <p:nvPr/>
        </p:nvSpPr>
        <p:spPr>
          <a:xfrm>
            <a:off x="3498363" y="24987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4" name="Oval 413"/>
          <p:cNvSpPr/>
          <p:nvPr/>
        </p:nvSpPr>
        <p:spPr>
          <a:xfrm>
            <a:off x="3518775" y="24683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5" name="Oval 414"/>
          <p:cNvSpPr/>
          <p:nvPr/>
        </p:nvSpPr>
        <p:spPr>
          <a:xfrm>
            <a:off x="3539188" y="24380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6" name="Oval 415"/>
          <p:cNvSpPr/>
          <p:nvPr/>
        </p:nvSpPr>
        <p:spPr>
          <a:xfrm>
            <a:off x="3559600" y="240769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7" name="Oval 416"/>
          <p:cNvSpPr/>
          <p:nvPr/>
        </p:nvSpPr>
        <p:spPr>
          <a:xfrm>
            <a:off x="3580012" y="23773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8" name="Oval 417"/>
          <p:cNvSpPr/>
          <p:nvPr/>
        </p:nvSpPr>
        <p:spPr>
          <a:xfrm>
            <a:off x="3600425" y="23469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9" name="Oval 418"/>
          <p:cNvSpPr/>
          <p:nvPr/>
        </p:nvSpPr>
        <p:spPr>
          <a:xfrm>
            <a:off x="3428402" y="24976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0" name="Oval 419"/>
          <p:cNvSpPr/>
          <p:nvPr/>
        </p:nvSpPr>
        <p:spPr>
          <a:xfrm>
            <a:off x="3447135" y="246627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1" name="Oval 420"/>
          <p:cNvSpPr/>
          <p:nvPr/>
        </p:nvSpPr>
        <p:spPr>
          <a:xfrm>
            <a:off x="3465867" y="24348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2" name="Oval 421"/>
          <p:cNvSpPr/>
          <p:nvPr/>
        </p:nvSpPr>
        <p:spPr>
          <a:xfrm>
            <a:off x="3484600" y="240344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3" name="Oval 422"/>
          <p:cNvSpPr/>
          <p:nvPr/>
        </p:nvSpPr>
        <p:spPr>
          <a:xfrm>
            <a:off x="3503333" y="237203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4" name="Oval 423"/>
          <p:cNvSpPr/>
          <p:nvPr/>
        </p:nvSpPr>
        <p:spPr>
          <a:xfrm>
            <a:off x="3522066" y="234061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5" name="Oval 424"/>
          <p:cNvSpPr/>
          <p:nvPr/>
        </p:nvSpPr>
        <p:spPr>
          <a:xfrm>
            <a:off x="3540798" y="230920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6" name="Oval 425"/>
          <p:cNvSpPr/>
          <p:nvPr/>
        </p:nvSpPr>
        <p:spPr>
          <a:xfrm>
            <a:off x="3377220" y="246902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7" name="Oval 426"/>
          <p:cNvSpPr/>
          <p:nvPr/>
        </p:nvSpPr>
        <p:spPr>
          <a:xfrm>
            <a:off x="3394218" y="243664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8" name="Oval 427"/>
          <p:cNvSpPr/>
          <p:nvPr/>
        </p:nvSpPr>
        <p:spPr>
          <a:xfrm>
            <a:off x="3411216" y="240425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9" name="Oval 428"/>
          <p:cNvSpPr/>
          <p:nvPr/>
        </p:nvSpPr>
        <p:spPr>
          <a:xfrm>
            <a:off x="3428213" y="237186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0" name="Oval 429"/>
          <p:cNvSpPr/>
          <p:nvPr/>
        </p:nvSpPr>
        <p:spPr>
          <a:xfrm>
            <a:off x="3445211" y="233948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1" name="Oval 430"/>
          <p:cNvSpPr/>
          <p:nvPr/>
        </p:nvSpPr>
        <p:spPr>
          <a:xfrm>
            <a:off x="3462209" y="230709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2" name="Oval 431"/>
          <p:cNvSpPr/>
          <p:nvPr/>
        </p:nvSpPr>
        <p:spPr>
          <a:xfrm>
            <a:off x="3479206" y="227470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3" name="Oval 432"/>
          <p:cNvSpPr/>
          <p:nvPr/>
        </p:nvSpPr>
        <p:spPr>
          <a:xfrm>
            <a:off x="3324556" y="244318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4" name="Oval 433"/>
          <p:cNvSpPr/>
          <p:nvPr/>
        </p:nvSpPr>
        <p:spPr>
          <a:xfrm>
            <a:off x="3339768" y="24099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5" name="Oval 434"/>
          <p:cNvSpPr/>
          <p:nvPr/>
        </p:nvSpPr>
        <p:spPr>
          <a:xfrm>
            <a:off x="3354981" y="237666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6" name="Oval 435"/>
          <p:cNvSpPr/>
          <p:nvPr/>
        </p:nvSpPr>
        <p:spPr>
          <a:xfrm>
            <a:off x="3370193" y="23434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7" name="Oval 436"/>
          <p:cNvSpPr/>
          <p:nvPr/>
        </p:nvSpPr>
        <p:spPr>
          <a:xfrm>
            <a:off x="3385406" y="23101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8" name="Oval 437"/>
          <p:cNvSpPr/>
          <p:nvPr/>
        </p:nvSpPr>
        <p:spPr>
          <a:xfrm>
            <a:off x="3400618" y="227687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9" name="Oval 438"/>
          <p:cNvSpPr/>
          <p:nvPr/>
        </p:nvSpPr>
        <p:spPr>
          <a:xfrm>
            <a:off x="3415831" y="224361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0" name="Oval 439"/>
          <p:cNvSpPr/>
          <p:nvPr/>
        </p:nvSpPr>
        <p:spPr>
          <a:xfrm>
            <a:off x="3270565" y="242024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1" name="Oval 440"/>
          <p:cNvSpPr/>
          <p:nvPr/>
        </p:nvSpPr>
        <p:spPr>
          <a:xfrm>
            <a:off x="3283948" y="238620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2" name="Oval 441"/>
          <p:cNvSpPr/>
          <p:nvPr/>
        </p:nvSpPr>
        <p:spPr>
          <a:xfrm>
            <a:off x="3297330" y="235216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3" name="Oval 442"/>
          <p:cNvSpPr/>
          <p:nvPr/>
        </p:nvSpPr>
        <p:spPr>
          <a:xfrm>
            <a:off x="3310712" y="231812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4" name="Oval 443"/>
          <p:cNvSpPr/>
          <p:nvPr/>
        </p:nvSpPr>
        <p:spPr>
          <a:xfrm>
            <a:off x="3324095" y="228408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5" name="Oval 444"/>
          <p:cNvSpPr/>
          <p:nvPr/>
        </p:nvSpPr>
        <p:spPr>
          <a:xfrm>
            <a:off x="3337477" y="225004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6" name="Oval 445"/>
          <p:cNvSpPr/>
          <p:nvPr/>
        </p:nvSpPr>
        <p:spPr>
          <a:xfrm>
            <a:off x="3350859" y="221600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7" name="Oval 446"/>
          <p:cNvSpPr/>
          <p:nvPr/>
        </p:nvSpPr>
        <p:spPr>
          <a:xfrm>
            <a:off x="3215408" y="240027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8" name="Oval 447"/>
          <p:cNvSpPr/>
          <p:nvPr/>
        </p:nvSpPr>
        <p:spPr>
          <a:xfrm>
            <a:off x="3226921" y="23655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9" name="Oval 448"/>
          <p:cNvSpPr/>
          <p:nvPr/>
        </p:nvSpPr>
        <p:spPr>
          <a:xfrm>
            <a:off x="3238433" y="233084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0" name="Oval 449"/>
          <p:cNvSpPr/>
          <p:nvPr/>
        </p:nvSpPr>
        <p:spPr>
          <a:xfrm>
            <a:off x="3249946" y="22961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1" name="Oval 450"/>
          <p:cNvSpPr/>
          <p:nvPr/>
        </p:nvSpPr>
        <p:spPr>
          <a:xfrm>
            <a:off x="3261458" y="226141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2" name="Oval 451"/>
          <p:cNvSpPr/>
          <p:nvPr/>
        </p:nvSpPr>
        <p:spPr>
          <a:xfrm>
            <a:off x="3272971" y="222669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3" name="Oval 452"/>
          <p:cNvSpPr/>
          <p:nvPr/>
        </p:nvSpPr>
        <p:spPr>
          <a:xfrm>
            <a:off x="3284483" y="219197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4" name="Oval 453"/>
          <p:cNvSpPr/>
          <p:nvPr/>
        </p:nvSpPr>
        <p:spPr>
          <a:xfrm>
            <a:off x="3159247" y="238333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5" name="Oval 454"/>
          <p:cNvSpPr/>
          <p:nvPr/>
        </p:nvSpPr>
        <p:spPr>
          <a:xfrm>
            <a:off x="3168855" y="23480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6" name="Oval 455"/>
          <p:cNvSpPr/>
          <p:nvPr/>
        </p:nvSpPr>
        <p:spPr>
          <a:xfrm>
            <a:off x="3178464" y="231275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7" name="Oval 456"/>
          <p:cNvSpPr/>
          <p:nvPr/>
        </p:nvSpPr>
        <p:spPr>
          <a:xfrm>
            <a:off x="3188073" y="22774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8" name="Oval 457"/>
          <p:cNvSpPr/>
          <p:nvPr/>
        </p:nvSpPr>
        <p:spPr>
          <a:xfrm>
            <a:off x="3197682" y="224216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9" name="Oval 458"/>
          <p:cNvSpPr/>
          <p:nvPr/>
        </p:nvSpPr>
        <p:spPr>
          <a:xfrm>
            <a:off x="3207291" y="220687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0" name="Oval 459"/>
          <p:cNvSpPr/>
          <p:nvPr/>
        </p:nvSpPr>
        <p:spPr>
          <a:xfrm>
            <a:off x="3216899" y="217158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1" name="Oval 460"/>
          <p:cNvSpPr/>
          <p:nvPr/>
        </p:nvSpPr>
        <p:spPr>
          <a:xfrm>
            <a:off x="3102248" y="236946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2" name="Oval 461"/>
          <p:cNvSpPr/>
          <p:nvPr/>
        </p:nvSpPr>
        <p:spPr>
          <a:xfrm>
            <a:off x="3109924" y="233370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3" name="Oval 462"/>
          <p:cNvSpPr/>
          <p:nvPr/>
        </p:nvSpPr>
        <p:spPr>
          <a:xfrm>
            <a:off x="3117601" y="229794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4" name="Oval 463"/>
          <p:cNvSpPr/>
          <p:nvPr/>
        </p:nvSpPr>
        <p:spPr>
          <a:xfrm>
            <a:off x="3125277" y="226218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5" name="Oval 464"/>
          <p:cNvSpPr/>
          <p:nvPr/>
        </p:nvSpPr>
        <p:spPr>
          <a:xfrm>
            <a:off x="3132954" y="222642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6" name="Oval 465"/>
          <p:cNvSpPr/>
          <p:nvPr/>
        </p:nvSpPr>
        <p:spPr>
          <a:xfrm>
            <a:off x="3140631" y="21906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7" name="Oval 466"/>
          <p:cNvSpPr/>
          <p:nvPr/>
        </p:nvSpPr>
        <p:spPr>
          <a:xfrm>
            <a:off x="3148307" y="215490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8" name="Oval 467"/>
          <p:cNvSpPr/>
          <p:nvPr/>
        </p:nvSpPr>
        <p:spPr>
          <a:xfrm>
            <a:off x="3044579" y="235872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9" name="Oval 468"/>
          <p:cNvSpPr/>
          <p:nvPr/>
        </p:nvSpPr>
        <p:spPr>
          <a:xfrm>
            <a:off x="3050301" y="232259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0" name="Oval 469"/>
          <p:cNvSpPr/>
          <p:nvPr/>
        </p:nvSpPr>
        <p:spPr>
          <a:xfrm>
            <a:off x="3056023" y="228646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1" name="Oval 470"/>
          <p:cNvSpPr/>
          <p:nvPr/>
        </p:nvSpPr>
        <p:spPr>
          <a:xfrm>
            <a:off x="3061744" y="22503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2" name="Oval 471"/>
          <p:cNvSpPr/>
          <p:nvPr/>
        </p:nvSpPr>
        <p:spPr>
          <a:xfrm>
            <a:off x="3067466" y="221421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3" name="Oval 472"/>
          <p:cNvSpPr/>
          <p:nvPr/>
        </p:nvSpPr>
        <p:spPr>
          <a:xfrm>
            <a:off x="3073188" y="21780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4" name="Oval 473"/>
          <p:cNvSpPr/>
          <p:nvPr/>
        </p:nvSpPr>
        <p:spPr>
          <a:xfrm>
            <a:off x="3078910" y="21419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5" name="Oval 474"/>
          <p:cNvSpPr/>
          <p:nvPr/>
        </p:nvSpPr>
        <p:spPr>
          <a:xfrm>
            <a:off x="191566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6" name="Oval 475"/>
          <p:cNvSpPr/>
          <p:nvPr/>
        </p:nvSpPr>
        <p:spPr>
          <a:xfrm>
            <a:off x="186537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7" name="Oval 476"/>
          <p:cNvSpPr/>
          <p:nvPr/>
        </p:nvSpPr>
        <p:spPr>
          <a:xfrm>
            <a:off x="1815084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8" name="Oval 477"/>
          <p:cNvSpPr/>
          <p:nvPr/>
        </p:nvSpPr>
        <p:spPr>
          <a:xfrm>
            <a:off x="176479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9" name="Oval 478"/>
          <p:cNvSpPr/>
          <p:nvPr/>
        </p:nvSpPr>
        <p:spPr>
          <a:xfrm>
            <a:off x="1714500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0" name="Oval 479"/>
          <p:cNvSpPr/>
          <p:nvPr/>
        </p:nvSpPr>
        <p:spPr>
          <a:xfrm>
            <a:off x="166420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1" name="Oval 480"/>
          <p:cNvSpPr/>
          <p:nvPr/>
        </p:nvSpPr>
        <p:spPr>
          <a:xfrm>
            <a:off x="161391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2" name="Oval 481"/>
          <p:cNvSpPr/>
          <p:nvPr/>
        </p:nvSpPr>
        <p:spPr>
          <a:xfrm>
            <a:off x="1563624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3" name="Oval 482"/>
          <p:cNvSpPr/>
          <p:nvPr/>
        </p:nvSpPr>
        <p:spPr>
          <a:xfrm>
            <a:off x="151333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4" name="TextBox 483"/>
          <p:cNvSpPr txBox="1"/>
          <p:nvPr/>
        </p:nvSpPr>
        <p:spPr>
          <a:xfrm>
            <a:off x="1170432" y="3364991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0.00</a:t>
            </a:r>
          </a:p>
        </p:txBody>
      </p:sp>
      <p:sp>
        <p:nvSpPr>
          <p:cNvPr id="485" name="Oval 484"/>
          <p:cNvSpPr/>
          <p:nvPr/>
        </p:nvSpPr>
        <p:spPr>
          <a:xfrm>
            <a:off x="2204915" y="275355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6" name="Oval 485"/>
          <p:cNvSpPr/>
          <p:nvPr/>
        </p:nvSpPr>
        <p:spPr>
          <a:xfrm>
            <a:off x="2169353" y="271799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7" name="Oval 486"/>
          <p:cNvSpPr/>
          <p:nvPr/>
        </p:nvSpPr>
        <p:spPr>
          <a:xfrm>
            <a:off x="2133791" y="2682431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8" name="Oval 487"/>
          <p:cNvSpPr/>
          <p:nvPr/>
        </p:nvSpPr>
        <p:spPr>
          <a:xfrm>
            <a:off x="2098229" y="264686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9" name="Oval 488"/>
          <p:cNvSpPr/>
          <p:nvPr/>
        </p:nvSpPr>
        <p:spPr>
          <a:xfrm>
            <a:off x="2062668" y="261130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0" name="Oval 489"/>
          <p:cNvSpPr/>
          <p:nvPr/>
        </p:nvSpPr>
        <p:spPr>
          <a:xfrm>
            <a:off x="2027106" y="2575746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1" name="Oval 490"/>
          <p:cNvSpPr/>
          <p:nvPr/>
        </p:nvSpPr>
        <p:spPr>
          <a:xfrm>
            <a:off x="1991544" y="254018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2" name="Oval 491"/>
          <p:cNvSpPr/>
          <p:nvPr/>
        </p:nvSpPr>
        <p:spPr>
          <a:xfrm>
            <a:off x="1955982" y="250462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3" name="Oval 492"/>
          <p:cNvSpPr/>
          <p:nvPr/>
        </p:nvSpPr>
        <p:spPr>
          <a:xfrm>
            <a:off x="1920420" y="24690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4" name="TextBox 493"/>
          <p:cNvSpPr txBox="1"/>
          <p:nvPr/>
        </p:nvSpPr>
        <p:spPr>
          <a:xfrm>
            <a:off x="1631085" y="2252877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0.50</a:t>
            </a:r>
          </a:p>
        </p:txBody>
      </p:sp>
      <p:sp>
        <p:nvSpPr>
          <p:cNvPr id="495" name="Oval 494"/>
          <p:cNvSpPr/>
          <p:nvPr/>
        </p:nvSpPr>
        <p:spPr>
          <a:xfrm>
            <a:off x="2525300" y="253948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6" name="Oval 495"/>
          <p:cNvSpPr/>
          <p:nvPr/>
        </p:nvSpPr>
        <p:spPr>
          <a:xfrm>
            <a:off x="2506054" y="2493017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7" name="Oval 496"/>
          <p:cNvSpPr/>
          <p:nvPr/>
        </p:nvSpPr>
        <p:spPr>
          <a:xfrm>
            <a:off x="2486808" y="244655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8" name="Oval 497"/>
          <p:cNvSpPr/>
          <p:nvPr/>
        </p:nvSpPr>
        <p:spPr>
          <a:xfrm>
            <a:off x="2467562" y="240008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9" name="Oval 498"/>
          <p:cNvSpPr/>
          <p:nvPr/>
        </p:nvSpPr>
        <p:spPr>
          <a:xfrm>
            <a:off x="2448316" y="235362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0" name="Oval 499"/>
          <p:cNvSpPr/>
          <p:nvPr/>
        </p:nvSpPr>
        <p:spPr>
          <a:xfrm>
            <a:off x="2429070" y="230716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1" name="Oval 500"/>
          <p:cNvSpPr/>
          <p:nvPr/>
        </p:nvSpPr>
        <p:spPr>
          <a:xfrm>
            <a:off x="2409824" y="226069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2" name="Oval 501"/>
          <p:cNvSpPr/>
          <p:nvPr/>
        </p:nvSpPr>
        <p:spPr>
          <a:xfrm>
            <a:off x="2390578" y="221423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3" name="Oval 502"/>
          <p:cNvSpPr/>
          <p:nvPr/>
        </p:nvSpPr>
        <p:spPr>
          <a:xfrm>
            <a:off x="2371332" y="216777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4" name="TextBox 503"/>
          <p:cNvSpPr txBox="1"/>
          <p:nvPr/>
        </p:nvSpPr>
        <p:spPr>
          <a:xfrm>
            <a:off x="2141327" y="1911943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04040"/>
                </a:solidFill>
              </a:rPr>
              <a:t>0.75</a:t>
            </a:r>
          </a:p>
        </p:txBody>
      </p:sp>
      <p:sp>
        <p:nvSpPr>
          <p:cNvPr id="505" name="Oval 504"/>
          <p:cNvSpPr/>
          <p:nvPr/>
        </p:nvSpPr>
        <p:spPr>
          <a:xfrm>
            <a:off x="2903220" y="246430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6" name="Oval 505"/>
          <p:cNvSpPr/>
          <p:nvPr/>
        </p:nvSpPr>
        <p:spPr>
          <a:xfrm>
            <a:off x="2903220" y="241401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7" name="Oval 506"/>
          <p:cNvSpPr/>
          <p:nvPr/>
        </p:nvSpPr>
        <p:spPr>
          <a:xfrm>
            <a:off x="2903220" y="236372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8" name="Oval 507"/>
          <p:cNvSpPr/>
          <p:nvPr/>
        </p:nvSpPr>
        <p:spPr>
          <a:xfrm>
            <a:off x="2903220" y="231343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9" name="Oval 508"/>
          <p:cNvSpPr/>
          <p:nvPr/>
        </p:nvSpPr>
        <p:spPr>
          <a:xfrm>
            <a:off x="2903220" y="226314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0" name="Oval 509"/>
          <p:cNvSpPr/>
          <p:nvPr/>
        </p:nvSpPr>
        <p:spPr>
          <a:xfrm>
            <a:off x="2903220" y="221284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1" name="Oval 510"/>
          <p:cNvSpPr/>
          <p:nvPr/>
        </p:nvSpPr>
        <p:spPr>
          <a:xfrm>
            <a:off x="2903220" y="2162556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2" name="Oval 511"/>
          <p:cNvSpPr/>
          <p:nvPr/>
        </p:nvSpPr>
        <p:spPr>
          <a:xfrm>
            <a:off x="2903220" y="211226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3" name="Oval 512"/>
          <p:cNvSpPr/>
          <p:nvPr/>
        </p:nvSpPr>
        <p:spPr>
          <a:xfrm>
            <a:off x="2903220" y="206197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4" name="TextBox 513"/>
          <p:cNvSpPr txBox="1"/>
          <p:nvPr/>
        </p:nvSpPr>
        <p:spPr>
          <a:xfrm>
            <a:off x="2743200" y="1792224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04040"/>
                </a:solidFill>
              </a:rPr>
              <a:t>1.00</a:t>
            </a:r>
          </a:p>
        </p:txBody>
      </p:sp>
      <p:sp>
        <p:nvSpPr>
          <p:cNvPr id="515" name="Oval 514"/>
          <p:cNvSpPr/>
          <p:nvPr/>
        </p:nvSpPr>
        <p:spPr>
          <a:xfrm>
            <a:off x="3281139" y="253948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6" name="Oval 515"/>
          <p:cNvSpPr/>
          <p:nvPr/>
        </p:nvSpPr>
        <p:spPr>
          <a:xfrm>
            <a:off x="3300385" y="2493017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7" name="Oval 516"/>
          <p:cNvSpPr/>
          <p:nvPr/>
        </p:nvSpPr>
        <p:spPr>
          <a:xfrm>
            <a:off x="3319631" y="244655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8" name="Oval 517"/>
          <p:cNvSpPr/>
          <p:nvPr/>
        </p:nvSpPr>
        <p:spPr>
          <a:xfrm>
            <a:off x="3338877" y="240008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9" name="Oval 518"/>
          <p:cNvSpPr/>
          <p:nvPr/>
        </p:nvSpPr>
        <p:spPr>
          <a:xfrm>
            <a:off x="3358123" y="235362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0" name="Oval 519"/>
          <p:cNvSpPr/>
          <p:nvPr/>
        </p:nvSpPr>
        <p:spPr>
          <a:xfrm>
            <a:off x="3377369" y="230716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1" name="Oval 520"/>
          <p:cNvSpPr/>
          <p:nvPr/>
        </p:nvSpPr>
        <p:spPr>
          <a:xfrm>
            <a:off x="3396615" y="226069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2" name="Oval 521"/>
          <p:cNvSpPr/>
          <p:nvPr/>
        </p:nvSpPr>
        <p:spPr>
          <a:xfrm>
            <a:off x="3415861" y="221423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3" name="Oval 522"/>
          <p:cNvSpPr/>
          <p:nvPr/>
        </p:nvSpPr>
        <p:spPr>
          <a:xfrm>
            <a:off x="3435107" y="216777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4" name="TextBox 523"/>
          <p:cNvSpPr txBox="1"/>
          <p:nvPr/>
        </p:nvSpPr>
        <p:spPr>
          <a:xfrm>
            <a:off x="3345072" y="1911943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1.25</a:t>
            </a:r>
          </a:p>
        </p:txBody>
      </p:sp>
      <p:sp>
        <p:nvSpPr>
          <p:cNvPr id="525" name="Oval 524"/>
          <p:cNvSpPr/>
          <p:nvPr/>
        </p:nvSpPr>
        <p:spPr>
          <a:xfrm>
            <a:off x="3601524" y="275355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6" name="Oval 525"/>
          <p:cNvSpPr/>
          <p:nvPr/>
        </p:nvSpPr>
        <p:spPr>
          <a:xfrm>
            <a:off x="3637086" y="271799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7" name="Oval 526"/>
          <p:cNvSpPr/>
          <p:nvPr/>
        </p:nvSpPr>
        <p:spPr>
          <a:xfrm>
            <a:off x="3672648" y="2682431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8" name="Oval 527"/>
          <p:cNvSpPr/>
          <p:nvPr/>
        </p:nvSpPr>
        <p:spPr>
          <a:xfrm>
            <a:off x="3708210" y="264686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9" name="Oval 528"/>
          <p:cNvSpPr/>
          <p:nvPr/>
        </p:nvSpPr>
        <p:spPr>
          <a:xfrm>
            <a:off x="3743771" y="261130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0" name="Oval 529"/>
          <p:cNvSpPr/>
          <p:nvPr/>
        </p:nvSpPr>
        <p:spPr>
          <a:xfrm>
            <a:off x="3779333" y="2575746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1" name="Oval 530"/>
          <p:cNvSpPr/>
          <p:nvPr/>
        </p:nvSpPr>
        <p:spPr>
          <a:xfrm>
            <a:off x="3814895" y="254018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2" name="Oval 531"/>
          <p:cNvSpPr/>
          <p:nvPr/>
        </p:nvSpPr>
        <p:spPr>
          <a:xfrm>
            <a:off x="3850457" y="250462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3" name="Oval 532"/>
          <p:cNvSpPr/>
          <p:nvPr/>
        </p:nvSpPr>
        <p:spPr>
          <a:xfrm>
            <a:off x="3886019" y="24690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4" name="TextBox 533"/>
          <p:cNvSpPr txBox="1"/>
          <p:nvPr/>
        </p:nvSpPr>
        <p:spPr>
          <a:xfrm>
            <a:off x="3855314" y="2252877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1.50</a:t>
            </a:r>
          </a:p>
        </p:txBody>
      </p:sp>
      <p:sp>
        <p:nvSpPr>
          <p:cNvPr id="535" name="Oval 534"/>
          <p:cNvSpPr/>
          <p:nvPr/>
        </p:nvSpPr>
        <p:spPr>
          <a:xfrm>
            <a:off x="389077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6" name="Oval 535"/>
          <p:cNvSpPr/>
          <p:nvPr/>
        </p:nvSpPr>
        <p:spPr>
          <a:xfrm>
            <a:off x="3941063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7" name="Oval 536"/>
          <p:cNvSpPr/>
          <p:nvPr/>
        </p:nvSpPr>
        <p:spPr>
          <a:xfrm>
            <a:off x="399135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8" name="Oval 537"/>
          <p:cNvSpPr/>
          <p:nvPr/>
        </p:nvSpPr>
        <p:spPr>
          <a:xfrm>
            <a:off x="404164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9" name="Oval 538"/>
          <p:cNvSpPr/>
          <p:nvPr/>
        </p:nvSpPr>
        <p:spPr>
          <a:xfrm>
            <a:off x="4091939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0" name="Oval 539"/>
          <p:cNvSpPr/>
          <p:nvPr/>
        </p:nvSpPr>
        <p:spPr>
          <a:xfrm>
            <a:off x="414223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1" name="Oval 540"/>
          <p:cNvSpPr/>
          <p:nvPr/>
        </p:nvSpPr>
        <p:spPr>
          <a:xfrm>
            <a:off x="4192524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2" name="Oval 541"/>
          <p:cNvSpPr/>
          <p:nvPr/>
        </p:nvSpPr>
        <p:spPr>
          <a:xfrm>
            <a:off x="424281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3" name="Oval 542"/>
          <p:cNvSpPr/>
          <p:nvPr/>
        </p:nvSpPr>
        <p:spPr>
          <a:xfrm>
            <a:off x="429310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4" name="TextBox 543"/>
          <p:cNvSpPr txBox="1"/>
          <p:nvPr/>
        </p:nvSpPr>
        <p:spPr>
          <a:xfrm>
            <a:off x="4315968" y="3364991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2.00</a:t>
            </a:r>
          </a:p>
        </p:txBody>
      </p:sp>
      <p:sp>
        <p:nvSpPr>
          <p:cNvPr id="545" name="Oval 544"/>
          <p:cNvSpPr/>
          <p:nvPr/>
        </p:nvSpPr>
        <p:spPr>
          <a:xfrm>
            <a:off x="2889504" y="3438144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6" name="Oval 545"/>
          <p:cNvSpPr/>
          <p:nvPr/>
        </p:nvSpPr>
        <p:spPr>
          <a:xfrm>
            <a:off x="2874807" y="3402662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7" name="Oval 546"/>
          <p:cNvSpPr/>
          <p:nvPr/>
        </p:nvSpPr>
        <p:spPr>
          <a:xfrm>
            <a:off x="2860110" y="3367181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8" name="Oval 547"/>
          <p:cNvSpPr/>
          <p:nvPr/>
        </p:nvSpPr>
        <p:spPr>
          <a:xfrm>
            <a:off x="2845413" y="3331699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9" name="Oval 548"/>
          <p:cNvSpPr/>
          <p:nvPr/>
        </p:nvSpPr>
        <p:spPr>
          <a:xfrm>
            <a:off x="2830716" y="3296218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0" name="Oval 549"/>
          <p:cNvSpPr/>
          <p:nvPr/>
        </p:nvSpPr>
        <p:spPr>
          <a:xfrm>
            <a:off x="2816019" y="3260736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1" name="Oval 550"/>
          <p:cNvSpPr/>
          <p:nvPr/>
        </p:nvSpPr>
        <p:spPr>
          <a:xfrm>
            <a:off x="2801322" y="3225255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2" name="Oval 551"/>
          <p:cNvSpPr/>
          <p:nvPr/>
        </p:nvSpPr>
        <p:spPr>
          <a:xfrm>
            <a:off x="2786625" y="3189774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3" name="Oval 552"/>
          <p:cNvSpPr/>
          <p:nvPr/>
        </p:nvSpPr>
        <p:spPr>
          <a:xfrm>
            <a:off x="2771928" y="3154292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4" name="Oval 553"/>
          <p:cNvSpPr/>
          <p:nvPr/>
        </p:nvSpPr>
        <p:spPr>
          <a:xfrm>
            <a:off x="2757232" y="3118811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5" name="Oval 554"/>
          <p:cNvSpPr/>
          <p:nvPr/>
        </p:nvSpPr>
        <p:spPr>
          <a:xfrm>
            <a:off x="2742535" y="3083329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6" name="Oval 555"/>
          <p:cNvSpPr/>
          <p:nvPr/>
        </p:nvSpPr>
        <p:spPr>
          <a:xfrm>
            <a:off x="2727838" y="3047848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7" name="Oval 556"/>
          <p:cNvSpPr/>
          <p:nvPr/>
        </p:nvSpPr>
        <p:spPr>
          <a:xfrm>
            <a:off x="2713141" y="3012367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8" name="Oval 557"/>
          <p:cNvSpPr/>
          <p:nvPr/>
        </p:nvSpPr>
        <p:spPr>
          <a:xfrm>
            <a:off x="2698444" y="2976885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9" name="Oval 558"/>
          <p:cNvSpPr/>
          <p:nvPr/>
        </p:nvSpPr>
        <p:spPr>
          <a:xfrm>
            <a:off x="2683747" y="2941404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0" name="Oval 559"/>
          <p:cNvSpPr/>
          <p:nvPr/>
        </p:nvSpPr>
        <p:spPr>
          <a:xfrm>
            <a:off x="2669050" y="2905922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1" name="Oval 560"/>
          <p:cNvSpPr/>
          <p:nvPr/>
        </p:nvSpPr>
        <p:spPr>
          <a:xfrm>
            <a:off x="2654353" y="2870441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2" name="Oval 561"/>
          <p:cNvSpPr/>
          <p:nvPr/>
        </p:nvSpPr>
        <p:spPr>
          <a:xfrm>
            <a:off x="2639657" y="2834960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3" name="Oval 562"/>
          <p:cNvSpPr/>
          <p:nvPr/>
        </p:nvSpPr>
        <p:spPr>
          <a:xfrm>
            <a:off x="2624960" y="2799478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4" name="Oval 563"/>
          <p:cNvSpPr/>
          <p:nvPr/>
        </p:nvSpPr>
        <p:spPr>
          <a:xfrm>
            <a:off x="2610263" y="2763997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5" name="Oval 564"/>
          <p:cNvSpPr/>
          <p:nvPr/>
        </p:nvSpPr>
        <p:spPr>
          <a:xfrm>
            <a:off x="2595566" y="2728515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6" name="Oval 565"/>
          <p:cNvSpPr/>
          <p:nvPr/>
        </p:nvSpPr>
        <p:spPr>
          <a:xfrm>
            <a:off x="2580869" y="2693034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7" name="Oval 566"/>
          <p:cNvSpPr/>
          <p:nvPr/>
        </p:nvSpPr>
        <p:spPr>
          <a:xfrm>
            <a:off x="2579888" y="2671269"/>
            <a:ext cx="45720" cy="45720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8" name="Oval 567"/>
          <p:cNvSpPr/>
          <p:nvPr/>
        </p:nvSpPr>
        <p:spPr>
          <a:xfrm>
            <a:off x="2565191" y="2635787"/>
            <a:ext cx="45720" cy="45720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9" name="Oval 568"/>
          <p:cNvSpPr/>
          <p:nvPr/>
        </p:nvSpPr>
        <p:spPr>
          <a:xfrm>
            <a:off x="2550494" y="2600306"/>
            <a:ext cx="45720" cy="45720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0" name="Oval 569"/>
          <p:cNvSpPr/>
          <p:nvPr/>
        </p:nvSpPr>
        <p:spPr>
          <a:xfrm>
            <a:off x="2535797" y="2564824"/>
            <a:ext cx="45720" cy="45720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1" name="Oval 570"/>
          <p:cNvSpPr/>
          <p:nvPr/>
        </p:nvSpPr>
        <p:spPr>
          <a:xfrm>
            <a:off x="2898648" y="3408883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2" name="Oval 571"/>
          <p:cNvSpPr/>
          <p:nvPr/>
        </p:nvSpPr>
        <p:spPr>
          <a:xfrm>
            <a:off x="2898648" y="3370478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3" name="Oval 572"/>
          <p:cNvSpPr/>
          <p:nvPr/>
        </p:nvSpPr>
        <p:spPr>
          <a:xfrm>
            <a:off x="2898648" y="3293668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4" name="Oval 573"/>
          <p:cNvSpPr/>
          <p:nvPr/>
        </p:nvSpPr>
        <p:spPr>
          <a:xfrm>
            <a:off x="2898648" y="3255264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5" name="Oval 574"/>
          <p:cNvSpPr/>
          <p:nvPr/>
        </p:nvSpPr>
        <p:spPr>
          <a:xfrm>
            <a:off x="2898648" y="3178454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6" name="Oval 575"/>
          <p:cNvSpPr/>
          <p:nvPr/>
        </p:nvSpPr>
        <p:spPr>
          <a:xfrm>
            <a:off x="2898648" y="3140049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7" name="Oval 576"/>
          <p:cNvSpPr/>
          <p:nvPr/>
        </p:nvSpPr>
        <p:spPr>
          <a:xfrm>
            <a:off x="2898648" y="3063240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8" name="Oval 577"/>
          <p:cNvSpPr/>
          <p:nvPr/>
        </p:nvSpPr>
        <p:spPr>
          <a:xfrm>
            <a:off x="2898648" y="3024835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9" name="Oval 578"/>
          <p:cNvSpPr/>
          <p:nvPr/>
        </p:nvSpPr>
        <p:spPr>
          <a:xfrm>
            <a:off x="2898648" y="2948025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0" name="Oval 579"/>
          <p:cNvSpPr/>
          <p:nvPr/>
        </p:nvSpPr>
        <p:spPr>
          <a:xfrm>
            <a:off x="2898648" y="2909620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1" name="Oval 580"/>
          <p:cNvSpPr/>
          <p:nvPr/>
        </p:nvSpPr>
        <p:spPr>
          <a:xfrm>
            <a:off x="2898648" y="2832811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2" name="Oval 581"/>
          <p:cNvSpPr/>
          <p:nvPr/>
        </p:nvSpPr>
        <p:spPr>
          <a:xfrm>
            <a:off x="2898648" y="2794406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3" name="Oval 582"/>
          <p:cNvSpPr/>
          <p:nvPr/>
        </p:nvSpPr>
        <p:spPr>
          <a:xfrm>
            <a:off x="2898648" y="2717596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4" name="Oval 583"/>
          <p:cNvSpPr/>
          <p:nvPr/>
        </p:nvSpPr>
        <p:spPr>
          <a:xfrm>
            <a:off x="2898648" y="2679192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5" name="Oval 584"/>
          <p:cNvSpPr/>
          <p:nvPr/>
        </p:nvSpPr>
        <p:spPr>
          <a:xfrm>
            <a:off x="2898648" y="2602382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6" name="Oval 585"/>
          <p:cNvSpPr/>
          <p:nvPr/>
        </p:nvSpPr>
        <p:spPr>
          <a:xfrm>
            <a:off x="2898648" y="2563977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7" name="Oval 586"/>
          <p:cNvSpPr/>
          <p:nvPr/>
        </p:nvSpPr>
        <p:spPr>
          <a:xfrm>
            <a:off x="2898648" y="2487168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8" name="Oval 587"/>
          <p:cNvSpPr/>
          <p:nvPr/>
        </p:nvSpPr>
        <p:spPr>
          <a:xfrm>
            <a:off x="2834640" y="3383279"/>
            <a:ext cx="182880" cy="18288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3" name="TextBox 592"/>
          <p:cNvSpPr txBox="1"/>
          <p:nvPr/>
        </p:nvSpPr>
        <p:spPr>
          <a:xfrm>
            <a:off x="175083" y="2368086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C00000"/>
                </a:solidFill>
              </a:rPr>
              <a:t>●</a:t>
            </a:r>
          </a:p>
        </p:txBody>
      </p:sp>
      <p:sp>
        <p:nvSpPr>
          <p:cNvPr id="594" name="TextBox 593"/>
          <p:cNvSpPr txBox="1"/>
          <p:nvPr/>
        </p:nvSpPr>
        <p:spPr>
          <a:xfrm>
            <a:off x="335138" y="237723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Below 0.70 — Critical</a:t>
            </a:r>
          </a:p>
        </p:txBody>
      </p:sp>
      <p:sp>
        <p:nvSpPr>
          <p:cNvPr id="595" name="TextBox 594"/>
          <p:cNvSpPr txBox="1"/>
          <p:nvPr/>
        </p:nvSpPr>
        <p:spPr>
          <a:xfrm>
            <a:off x="182526" y="256011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FFC000"/>
                </a:solidFill>
              </a:rPr>
              <a:t>●</a:t>
            </a:r>
          </a:p>
        </p:txBody>
      </p:sp>
      <p:sp>
        <p:nvSpPr>
          <p:cNvPr id="596" name="TextBox 595"/>
          <p:cNvSpPr txBox="1"/>
          <p:nvPr/>
        </p:nvSpPr>
        <p:spPr>
          <a:xfrm>
            <a:off x="335139" y="255096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0.70–0.90 — Yellow</a:t>
            </a:r>
          </a:p>
        </p:txBody>
      </p:sp>
      <p:sp>
        <p:nvSpPr>
          <p:cNvPr id="597" name="TextBox 596"/>
          <p:cNvSpPr txBox="1"/>
          <p:nvPr/>
        </p:nvSpPr>
        <p:spPr>
          <a:xfrm>
            <a:off x="182880" y="274068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008000"/>
                </a:solidFill>
              </a:rPr>
              <a:t>●</a:t>
            </a:r>
          </a:p>
        </p:txBody>
      </p:sp>
      <p:sp>
        <p:nvSpPr>
          <p:cNvPr id="598" name="TextBox 597"/>
          <p:cNvSpPr txBox="1"/>
          <p:nvPr/>
        </p:nvSpPr>
        <p:spPr>
          <a:xfrm>
            <a:off x="355499" y="275787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0.90–1.10 — On Track</a:t>
            </a:r>
          </a:p>
        </p:txBody>
      </p:sp>
      <p:sp>
        <p:nvSpPr>
          <p:cNvPr id="599" name="TextBox 598"/>
          <p:cNvSpPr txBox="1"/>
          <p:nvPr/>
        </p:nvSpPr>
        <p:spPr>
          <a:xfrm>
            <a:off x="182880" y="2907582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0033CC"/>
                </a:solidFill>
              </a:rPr>
              <a:t>●</a:t>
            </a:r>
          </a:p>
        </p:txBody>
      </p:sp>
      <p:sp>
        <p:nvSpPr>
          <p:cNvPr id="600" name="TextBox 599"/>
          <p:cNvSpPr txBox="1"/>
          <p:nvPr/>
        </p:nvSpPr>
        <p:spPr>
          <a:xfrm>
            <a:off x="355128" y="287483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Above 1.10 — Ahead</a:t>
            </a:r>
          </a:p>
        </p:txBody>
      </p:sp>
      <p:sp>
        <p:nvSpPr>
          <p:cNvPr id="601" name="TextBox 600"/>
          <p:cNvSpPr txBox="1"/>
          <p:nvPr/>
        </p:nvSpPr>
        <p:spPr>
          <a:xfrm>
            <a:off x="-41502" y="1823112"/>
            <a:ext cx="290844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dirty="0">
                <a:solidFill>
                  <a:srgbClr val="F7941D"/>
                </a:solidFill>
              </a:rPr>
              <a:t>     --- </a:t>
            </a:r>
            <a:r>
              <a:rPr sz="900" b="1" i="0" dirty="0">
                <a:solidFill>
                  <a:srgbClr val="F7941D"/>
                </a:solidFill>
              </a:rPr>
              <a:t> </a:t>
            </a:r>
            <a:r>
              <a:rPr lang="en-US" sz="900" b="1" i="0" dirty="0">
                <a:solidFill>
                  <a:srgbClr val="F7941D"/>
                </a:solidFill>
              </a:rPr>
              <a:t>February 2026 </a:t>
            </a:r>
            <a:r>
              <a:rPr sz="900" b="1" i="0" dirty="0">
                <a:solidFill>
                  <a:srgbClr val="F7941D"/>
                </a:solidFill>
              </a:rPr>
              <a:t>: 0.75  (Orange)</a:t>
            </a:r>
          </a:p>
        </p:txBody>
      </p:sp>
      <p:sp>
        <p:nvSpPr>
          <p:cNvPr id="602" name="TextBox 601"/>
          <p:cNvSpPr txBox="1"/>
          <p:nvPr/>
        </p:nvSpPr>
        <p:spPr>
          <a:xfrm>
            <a:off x="94843" y="1991850"/>
            <a:ext cx="260391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╌╌</a:t>
            </a:r>
            <a:r>
              <a:rPr lang="en-US" sz="900" b="0" i="0" dirty="0">
                <a:solidFill>
                  <a:srgbClr val="404040"/>
                </a:solidFill>
              </a:rPr>
              <a:t> </a:t>
            </a:r>
            <a:r>
              <a:rPr sz="900" b="0" i="0" dirty="0">
                <a:solidFill>
                  <a:srgbClr val="404040"/>
                </a:solidFill>
              </a:rPr>
              <a:t> </a:t>
            </a:r>
            <a:r>
              <a:rPr lang="en-US" sz="900" b="0" i="0" dirty="0">
                <a:solidFill>
                  <a:srgbClr val="404040"/>
                </a:solidFill>
              </a:rPr>
              <a:t>January 2026    : </a:t>
            </a:r>
            <a:r>
              <a:rPr sz="900" b="0" i="0" dirty="0">
                <a:solidFill>
                  <a:srgbClr val="404040"/>
                </a:solidFill>
              </a:rPr>
              <a:t> 1.00  (Gray)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DCC11B-AE40-024F-BFC9-B0646C4365B0}"/>
              </a:ext>
            </a:extLst>
          </p:cNvPr>
          <p:cNvSpPr txBox="1"/>
          <p:nvPr/>
        </p:nvSpPr>
        <p:spPr>
          <a:xfrm>
            <a:off x="-28081" y="1635162"/>
            <a:ext cx="5029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dirty="0">
                <a:solidFill>
                  <a:srgbClr val="F7941D"/>
                </a:solidFill>
              </a:rPr>
              <a:t>     ---</a:t>
            </a:r>
            <a:r>
              <a:rPr sz="900" b="1" i="0" dirty="0">
                <a:solidFill>
                  <a:srgbClr val="F7941D"/>
                </a:solidFill>
              </a:rPr>
              <a:t> </a:t>
            </a:r>
            <a:r>
              <a:rPr lang="en-US" sz="900" b="1" i="0" dirty="0">
                <a:solidFill>
                  <a:srgbClr val="F7941D"/>
                </a:solidFill>
              </a:rPr>
              <a:t> </a:t>
            </a:r>
            <a:r>
              <a:rPr lang="en-US" sz="900" b="1" i="0" dirty="0">
                <a:solidFill>
                  <a:srgbClr val="00B0F0"/>
                </a:solidFill>
              </a:rPr>
              <a:t>March  2026 </a:t>
            </a:r>
            <a:r>
              <a:rPr sz="900" b="1" i="0" dirty="0">
                <a:solidFill>
                  <a:srgbClr val="00B0F0"/>
                </a:solidFill>
              </a:rPr>
              <a:t>: </a:t>
            </a:r>
            <a:r>
              <a:rPr lang="en-US" sz="900" b="1" i="0" dirty="0">
                <a:solidFill>
                  <a:srgbClr val="00B0F0"/>
                </a:solidFill>
              </a:rPr>
              <a:t>0.80  (Yellow ↓</a:t>
            </a:r>
            <a:r>
              <a:rPr lang="en-US" sz="900" b="1" dirty="0">
                <a:solidFill>
                  <a:srgbClr val="00B0F0"/>
                </a:solidFill>
              </a:rPr>
              <a:t>)</a:t>
            </a:r>
            <a:endParaRPr sz="900" b="1" i="0" dirty="0">
              <a:solidFill>
                <a:srgbClr val="00B0F0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B5E675D-0850-D6EF-B86D-ED6C4C63AD59}"/>
              </a:ext>
            </a:extLst>
          </p:cNvPr>
          <p:cNvSpPr/>
          <p:nvPr/>
        </p:nvSpPr>
        <p:spPr>
          <a:xfrm rot="20799249" flipH="1" flipV="1">
            <a:off x="2807705" y="2395340"/>
            <a:ext cx="57947" cy="107573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00B050"/>
              </a:solidFill>
              <a:highlight>
                <a:srgbClr val="FFFF00"/>
              </a:highlight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A4318E08-46E2-67A6-8984-D5B65D4972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8616875"/>
              </p:ext>
            </p:extLst>
          </p:nvPr>
        </p:nvGraphicFramePr>
        <p:xfrm>
          <a:off x="0" y="3904239"/>
          <a:ext cx="12191695" cy="27306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4280">
                  <a:extLst>
                    <a:ext uri="{9D8B030D-6E8A-4147-A177-3AD203B41FA5}">
                      <a16:colId xmlns:a16="http://schemas.microsoft.com/office/drawing/2014/main" val="2576001386"/>
                    </a:ext>
                  </a:extLst>
                </a:gridCol>
                <a:gridCol w="1660898">
                  <a:extLst>
                    <a:ext uri="{9D8B030D-6E8A-4147-A177-3AD203B41FA5}">
                      <a16:colId xmlns:a16="http://schemas.microsoft.com/office/drawing/2014/main" val="3142268655"/>
                    </a:ext>
                  </a:extLst>
                </a:gridCol>
                <a:gridCol w="1201500">
                  <a:extLst>
                    <a:ext uri="{9D8B030D-6E8A-4147-A177-3AD203B41FA5}">
                      <a16:colId xmlns:a16="http://schemas.microsoft.com/office/drawing/2014/main" val="2347490180"/>
                    </a:ext>
                  </a:extLst>
                </a:gridCol>
                <a:gridCol w="1519544">
                  <a:extLst>
                    <a:ext uri="{9D8B030D-6E8A-4147-A177-3AD203B41FA5}">
                      <a16:colId xmlns:a16="http://schemas.microsoft.com/office/drawing/2014/main" val="1335105491"/>
                    </a:ext>
                  </a:extLst>
                </a:gridCol>
                <a:gridCol w="1077816">
                  <a:extLst>
                    <a:ext uri="{9D8B030D-6E8A-4147-A177-3AD203B41FA5}">
                      <a16:colId xmlns:a16="http://schemas.microsoft.com/office/drawing/2014/main" val="4268637745"/>
                    </a:ext>
                  </a:extLst>
                </a:gridCol>
                <a:gridCol w="1060148">
                  <a:extLst>
                    <a:ext uri="{9D8B030D-6E8A-4147-A177-3AD203B41FA5}">
                      <a16:colId xmlns:a16="http://schemas.microsoft.com/office/drawing/2014/main" val="1974327711"/>
                    </a:ext>
                  </a:extLst>
                </a:gridCol>
                <a:gridCol w="3657509">
                  <a:extLst>
                    <a:ext uri="{9D8B030D-6E8A-4147-A177-3AD203B41FA5}">
                      <a16:colId xmlns:a16="http://schemas.microsoft.com/office/drawing/2014/main" val="3919827661"/>
                    </a:ext>
                  </a:extLst>
                </a:gridCol>
              </a:tblGrid>
              <a:tr h="3937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Week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Dates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Planned site (PV)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Actual Sites Completed (EV)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Weekly SPI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 err="1">
                          <a:effectLst/>
                        </a:rPr>
                        <a:t>Cumulative</a:t>
                      </a:r>
                      <a:r>
                        <a:rPr lang="en-US" sz="800" u="none" strike="noStrike" dirty="0">
                          <a:effectLst/>
                        </a:rPr>
                        <a:t> SPI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Key Notes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74751773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iLO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corporate connectivity interfaces turned up at Melville and Hicksville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2/26/2026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1 milestone
</a:t>
                      </a:r>
                      <a:r>
                        <a:rPr lang="en-US" sz="700" dirty="0"/>
                        <a:t>(DC power complete)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700" dirty="0"/>
                        <a:t>1</a:t>
                      </a:r>
                      <a:r>
                        <a:rPr sz="700" dirty="0"/>
                        <a:t>
(DC power </a:t>
                      </a:r>
                      <a:r>
                        <a:rPr lang="en-US" sz="700" dirty="0"/>
                        <a:t>complete</a:t>
                      </a:r>
                      <a:r>
                        <a:rPr sz="700" dirty="0"/>
                        <a:t>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1.00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DD7700"/>
                          </a:solidFill>
                        </a:rPr>
                        <a:t>0.7</a:t>
                      </a:r>
                      <a:r>
                        <a:rPr lang="en-US" sz="700" b="1" dirty="0">
                          <a:solidFill>
                            <a:srgbClr val="DD7700"/>
                          </a:solidFill>
                        </a:rPr>
                        <a:t>6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Northport fuse tripping — ILO work blocked. DC power issue resolved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20871147"/>
                  </a:ext>
                </a:extLst>
              </a:tr>
              <a:tr h="27941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Layer 3 (BGP) network design and configurations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3/9/2026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1 milestone
(OTDR confirm)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1
(OTDR complete ✅)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16A34A"/>
                          </a:solidFill>
                        </a:rPr>
                        <a:t>1.00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DD7700"/>
                          </a:solidFill>
                        </a:rPr>
                        <a:t>0.7</a:t>
                      </a:r>
                      <a:r>
                        <a:rPr lang="en-US" sz="700" b="1" dirty="0">
                          <a:solidFill>
                            <a:srgbClr val="DD7700"/>
                          </a:solidFill>
                        </a:rPr>
                        <a:t>7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OTDR confirmed bad filter at Hicksville. Link now active. Crown Castle issue cleared. ✅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81884504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Remote access to NSP for Nokia Network Configurations &amp; Management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3/10/2026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1 milestone
(NSP fiber term)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1
(complete ✅)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16A34A"/>
                          </a:solidFill>
                        </a:rPr>
                        <a:t>1.00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DD7700"/>
                          </a:solidFill>
                        </a:rPr>
                        <a:t>0.7</a:t>
                      </a:r>
                      <a:r>
                        <a:rPr lang="en-US" sz="700" b="1" dirty="0">
                          <a:solidFill>
                            <a:srgbClr val="DD7700"/>
                          </a:solidFill>
                        </a:rPr>
                        <a:t>8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Fiber run to NSP completed &amp; terminated at Hicksville by Hawkeye. ✅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68249735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BGP design approved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3/16/2026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1 milestone
(BGP approval)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1
(approved ✅)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16A34A"/>
                          </a:solidFill>
                        </a:rPr>
                        <a:t>1.00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DD7700"/>
                          </a:solidFill>
                        </a:rPr>
                        <a:t>0.</a:t>
                      </a:r>
                      <a:r>
                        <a:rPr lang="en-US" sz="700" b="1" dirty="0">
                          <a:solidFill>
                            <a:srgbClr val="DD7700"/>
                          </a:solidFill>
                        </a:rPr>
                        <a:t>80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BGP design formally approved. Lee to begin change docs for Hicksville &amp; Melville. ✅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2769064"/>
                  </a:ext>
                </a:extLst>
              </a:tr>
              <a:tr h="27941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Moved all equipment to new Hawkeye trailer for future staging 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3/10/2026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700" dirty="0"/>
                        <a:t>0</a:t>
                      </a:r>
                      <a:r>
                        <a:rPr sz="700" dirty="0"/>
                        <a:t>
(logistics task)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700" dirty="0"/>
                        <a:t>1</a:t>
                      </a:r>
                      <a:r>
                        <a:rPr sz="700" dirty="0"/>
                        <a:t>
(complete ✅)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1.00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DD7700"/>
                          </a:solidFill>
                        </a:rPr>
                        <a:t>0.</a:t>
                      </a:r>
                      <a:r>
                        <a:rPr lang="en-US" sz="700" b="1" dirty="0">
                          <a:solidFill>
                            <a:srgbClr val="DD7700"/>
                          </a:solidFill>
                        </a:rPr>
                        <a:t>80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sz="700"/>
                        <a:t>Phase 2 Nokia equipment moved to new Hawkeye staging trailer. Not on critical path.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15622322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19639655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11001553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30843711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60404202"/>
                  </a:ext>
                </a:extLst>
              </a:tr>
            </a:tbl>
          </a:graphicData>
        </a:graphic>
      </p:graphicFrame>
      <p:sp>
        <p:nvSpPr>
          <p:cNvPr id="9" name="Content Placeholder 13">
            <a:extLst>
              <a:ext uri="{FF2B5EF4-FFF2-40B4-BE49-F238E27FC236}">
                <a16:creationId xmlns:a16="http://schemas.microsoft.com/office/drawing/2014/main" id="{BA6D0E5F-477A-C4F0-1F33-758DDA393984}"/>
              </a:ext>
            </a:extLst>
          </p:cNvPr>
          <p:cNvSpPr txBox="1">
            <a:spLocks/>
          </p:cNvSpPr>
          <p:nvPr/>
        </p:nvSpPr>
        <p:spPr>
          <a:xfrm>
            <a:off x="107878" y="-53777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 anchor="ctr">
            <a:no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bg1"/>
                </a:solidFill>
              </a:rPr>
              <a:t>JMUX Replacement: Private Field Area Network   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CE5EE-9D2D-B326-83E5-9AC86133E994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4137E5B7-D729-3E53-76A8-E621B8FF4A49}"/>
              </a:ext>
            </a:extLst>
          </p:cNvPr>
          <p:cNvSpPr txBox="1">
            <a:spLocks noGrp="1"/>
          </p:cNvSpPr>
          <p:nvPr>
            <p:ph idx="11"/>
          </p:nvPr>
        </p:nvSpPr>
        <p:spPr bwMode="auto">
          <a:xfrm>
            <a:off x="1840484" y="160020"/>
            <a:ext cx="6213475" cy="277813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Financials (2024-2026)   </a:t>
            </a: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8DC3103A-DACE-56C7-0A28-5108314750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9288" y="1934782"/>
          <a:ext cx="7479665" cy="37823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2" imgW="5022820" imgH="2540288" progId="Excel.SheetBinaryMacroEnabled.12">
                  <p:embed/>
                </p:oleObj>
              </mc:Choice>
              <mc:Fallback>
                <p:oleObj name="Binary Worksheet" r:id="rId2" imgW="5022820" imgH="2540288" progId="Excel.SheetBinaryMacroEnabled.12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8DC3103A-DACE-56C7-0A28-5108314750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9288" y="1934782"/>
                        <a:ext cx="7479665" cy="37823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61ED8ECF-0FFD-8359-AA21-5470E64A300A}"/>
              </a:ext>
            </a:extLst>
          </p:cNvPr>
          <p:cNvSpPr txBox="1">
            <a:spLocks/>
          </p:cNvSpPr>
          <p:nvPr/>
        </p:nvSpPr>
        <p:spPr>
          <a:xfrm>
            <a:off x="88845" y="-35750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F99BD1-7B90-9B44-C818-CE8A61ADE4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288" y="633603"/>
            <a:ext cx="7479664" cy="13011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5760" y="128016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97D"/>
                </a:solidFill>
              </a:rPr>
              <a:t>PROJECT FINANCIAL SUMMARY — As of March 11, 2026</a:t>
            </a:r>
          </a:p>
          <a:p>
            <a:r>
              <a:rPr sz="900" b="0"/>
              <a:t/>
            </a:r>
          </a:p>
          <a:p>
            <a:r>
              <a:rPr sz="1100" b="0"/>
              <a:t>Total Capital Budget:   $6,600,000     |     Spend to Date:   $4,722,381     |     Remaining Budget:   $1,877,619</a:t>
            </a:r>
          </a:p>
          <a:p>
            <a:r>
              <a:rPr sz="1100" b="0"/>
              <a:t>Estimate to Complete:   $2,545,728     |     Estimate at Completion:   $7,268,109</a:t>
            </a:r>
          </a:p>
          <a:p>
            <a:r>
              <a:rPr sz="900" b="0"/>
              <a:t/>
            </a:r>
          </a:p>
          <a:p>
            <a:r>
              <a:rPr sz="1200" b="1">
                <a:solidFill>
                  <a:srgbClr val="C00000"/>
                </a:solidFill>
              </a:rPr>
              <a:t>⚠️  Projected Total Variance:   -$668,109  (-10.1%)</a:t>
            </a:r>
          </a:p>
          <a:p>
            <a:r>
              <a:rPr sz="1200" b="1">
                <a:solidFill>
                  <a:srgbClr val="C00000"/>
                </a:solidFill>
              </a:rPr>
              <a:t>⚠️  Projected 2026 Capital Variance:   -$796,783  (-31%)</a:t>
            </a:r>
          </a:p>
          <a:p>
            <a:r>
              <a:rPr sz="900" b="0"/>
              <a:t/>
            </a:r>
          </a:p>
          <a:p>
            <a:r>
              <a:rPr sz="1100" b="1">
                <a:solidFill>
                  <a:srgbClr val="1F497D"/>
                </a:solidFill>
              </a:rPr>
              <a:t>2026 APPROVED CAPITAL BUDGET:   $2,600,000</a:t>
            </a:r>
          </a:p>
          <a:p>
            <a:r>
              <a:rPr sz="1100" b="0"/>
              <a:t>2026 Spend to Date:   $851,055     |     2026 Remaining:   $1,748,945</a:t>
            </a:r>
          </a:p>
          <a:p>
            <a:r>
              <a:rPr sz="1100" b="0"/>
              <a:t>2026 ETC:   $2,545,728</a:t>
            </a:r>
          </a:p>
          <a:p>
            <a:r>
              <a:rPr sz="900" b="0"/>
              <a:t/>
            </a:r>
          </a:p>
          <a:p>
            <a:r>
              <a:rPr sz="1100" b="1">
                <a:solidFill>
                  <a:srgbClr val="1F497D"/>
                </a:solidFill>
              </a:rPr>
              <a:t>2026 VENDOR FORECAST</a:t>
            </a:r>
          </a:p>
          <a:p>
            <a:r>
              <a:rPr sz="1000" b="0"/>
              <a:t>Nokia (2026 Order — Brian Basarath):   $951,773     |     Nokia Credits (NSP License cancellations):   ~$218,480</a:t>
            </a:r>
          </a:p>
          <a:p>
            <a:r>
              <a:rPr sz="1000" b="0"/>
              <a:t>Burns &amp; McDonnell (PO 7000002099 — remaining):   $1,222,710</a:t>
            </a:r>
          </a:p>
          <a:p>
            <a:r>
              <a:rPr sz="1000" b="0"/>
              <a:t>Elecnor Hawkeye (PO 7000002054 — remaining):   $205,276</a:t>
            </a:r>
          </a:p>
          <a:p>
            <a:r>
              <a:rPr sz="900" b="0"/>
              <a:t/>
            </a:r>
          </a:p>
          <a:p>
            <a:r>
              <a:rPr sz="900" b="0"/>
              <a:t>NOTE: Budget variance driven by unplanned PAR migration scope (Iniven RC-30 devices, 6 sites) and extended engineering/labor.</a:t>
            </a:r>
          </a:p>
          <a:p>
            <a:r>
              <a:rPr sz="900" b="0"/>
              <a:t>Formal Change Request to be submitted to capture additional 2026 capital requirements.</a:t>
            </a:r>
          </a:p>
        </p:txBody>
      </p:sp>
    </p:spTree>
    <p:extLst>
      <p:ext uri="{BB962C8B-B14F-4D97-AF65-F5344CB8AC3E}">
        <p14:creationId xmlns:p14="http://schemas.microsoft.com/office/powerpoint/2010/main" val="3152008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4DC2193-B7FE-D8BE-DE47-7FE1525029A6}"/>
              </a:ext>
            </a:extLst>
          </p:cNvPr>
          <p:cNvSpPr txBox="1"/>
          <p:nvPr/>
        </p:nvSpPr>
        <p:spPr>
          <a:xfrm>
            <a:off x="420345" y="3027795"/>
            <a:ext cx="851185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000" b="1">
                <a:solidFill>
                  <a:srgbClr val="1F497D"/>
                </a:solidFill>
              </a:rPr>
              <a:t>CURRENT RISKS</a:t>
            </a:r>
          </a:p>
          <a:p>
            <a:r>
              <a:rPr sz="900" b="0"/>
              <a:t>🔴  Legacy JMUX equipment is aging and fragile — risk of outage during migration window.</a:t>
            </a:r>
          </a:p>
          <a:p>
            <a:r>
              <a:rPr sz="900" b="0"/>
              <a:t>🔴  Faulty connectors (25+ years old) identified; replacements not readily available from vendors.</a:t>
            </a:r>
          </a:p>
          <a:p>
            <a:r>
              <a:rPr sz="900" b="0"/>
              <a:t>🟡  Potential brittle fiber patch panels, face plates, connectors, and cables at substation sites.</a:t>
            </a:r>
          </a:p>
          <a:p>
            <a:r>
              <a:rPr sz="900" b="0"/>
              <a:t>🟡  Weather delays and substation access constraints impacting installation schedule (tracked weekly).</a:t>
            </a:r>
          </a:p>
          <a:p>
            <a:r>
              <a:rPr sz="900" b="0"/>
              <a:t>🟡  Schedule conflicts with other major substation projects at PSEG Long Island.</a:t>
            </a:r>
          </a:p>
          <a:p>
            <a:r>
              <a:rPr sz="900" b="0"/>
              <a:t>🟡  PAR migration (Iniven RC-30) — 8-week equipment lead time; PO not yet placed. Risk to JMUX retirement timeline.</a:t>
            </a:r>
          </a:p>
          <a:p>
            <a:r>
              <a:rPr sz="900" b="0"/>
              <a:t>🟡  Melville and 6DL Pilgrim IFR/IFC dates still TBD — potential downstream schedule impact.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C3A67E-29DB-19F7-057D-329C6D37C7B4}"/>
              </a:ext>
            </a:extLst>
          </p:cNvPr>
          <p:cNvSpPr txBox="1"/>
          <p:nvPr/>
        </p:nvSpPr>
        <p:spPr>
          <a:xfrm>
            <a:off x="420345" y="476394"/>
            <a:ext cx="9199984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000" b="1">
                <a:solidFill>
                  <a:srgbClr val="1F497D"/>
                </a:solidFill>
              </a:rPr>
              <a:t>NEXT STEPS</a:t>
            </a:r>
          </a:p>
          <a:p>
            <a:r>
              <a:rPr sz="900" b="0"/>
              <a:t>🔄  Nokia Training — Confirm dates with Glenn/Nokia; identify attendees (Owner: Jay — Due: ASAP)</a:t>
            </a:r>
          </a:p>
          <a:p>
            <a:r>
              <a:rPr sz="900" b="0"/>
              <a:t>🔄  RTU Serial Testing at Hicksville QA — Schedule with John Ng's team; 2 temp cables to be installed (Owner: Ethan — TBD)</a:t>
            </a:r>
          </a:p>
          <a:p>
            <a:r>
              <a:rPr sz="900" b="0"/>
              <a:t>🔄  Phase 2 IFR Packages — Sterling &amp; Whiteside IFR due 4/13; Hewlett IFR due 4/20 (Owner: Burns &amp; McDonnell)</a:t>
            </a:r>
          </a:p>
          <a:p>
            <a:r>
              <a:rPr sz="900" b="0"/>
              <a:t>🔄  NSP Configuration — Ethan to work with Lee/Rahiq/Brianna to configure NSP appliance (stood up 4/10)</a:t>
            </a:r>
          </a:p>
          <a:p>
            <a:r>
              <a:rPr sz="900" b="0"/>
              <a:t>🔄  PAR Migration — Place PO for Iniven RC-30 devices (8-week lead time); coordinate with John Ng (Owner: Jay)</a:t>
            </a:r>
          </a:p>
          <a:p>
            <a:r>
              <a:rPr sz="900" b="0"/>
              <a:t>🔄  2-Way Radio migration — Start Layer 3 service migration per Lee's direction (Owner: Lee/BMcD)</a:t>
            </a:r>
          </a:p>
          <a:p>
            <a:r>
              <a:rPr sz="900" b="0"/>
              <a:t>🔄  JMUX Decommissioning — Earliest consideration April 2026; confirm readiness criteria (Owner: Jay/Team)</a:t>
            </a:r>
          </a:p>
        </p:txBody>
      </p:sp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7EA9CCD6-920C-E84D-72A8-1BBBCCB416C2}"/>
              </a:ext>
            </a:extLst>
          </p:cNvPr>
          <p:cNvSpPr txBox="1">
            <a:spLocks/>
          </p:cNvSpPr>
          <p:nvPr/>
        </p:nvSpPr>
        <p:spPr>
          <a:xfrm>
            <a:off x="131975" y="16006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083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081532C56BF694BBE06D977BB2FEE3A" ma:contentTypeVersion="4" ma:contentTypeDescription="Create a new document." ma:contentTypeScope="" ma:versionID="c0c5d99beca51eeef3e41ac89a733b71">
  <xsd:schema xmlns:xsd="http://www.w3.org/2001/XMLSchema" xmlns:xs="http://www.w3.org/2001/XMLSchema" xmlns:p="http://schemas.microsoft.com/office/2006/metadata/properties" xmlns:ns3="135ef2dc-24a0-47df-8b8a-1312283ed4bf" targetNamespace="http://schemas.microsoft.com/office/2006/metadata/properties" ma:root="true" ma:fieldsID="29e57b184215963e8167a7683ccc328b" ns3:_="">
    <xsd:import namespace="135ef2dc-24a0-47df-8b8a-1312283ed4b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5ef2dc-24a0-47df-8b8a-1312283ed4b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86EB495-10DB-45A6-8E6D-929653572431}">
  <ds:schemaRefs>
    <ds:schemaRef ds:uri="http://schemas.microsoft.com/office/2006/documentManagement/types"/>
    <ds:schemaRef ds:uri="http://purl.org/dc/terms/"/>
    <ds:schemaRef ds:uri="135ef2dc-24a0-47df-8b8a-1312283ed4bf"/>
    <ds:schemaRef ds:uri="http://purl.org/dc/dcmitype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F1D0F57A-06E6-4442-B032-86B4EDB177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35ef2dc-24a0-47df-8b8a-1312283ed4b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12CF8B8-4325-4F4D-A7DB-9D2B054C8A6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f90b97b-be46-4a00-9700-81ce4ff1b7f6}" enabled="0" method="" siteId="{cf90b97b-be46-4a00-9700-81ce4ff1b7f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143041</TotalTime>
  <Words>1357</Words>
  <Application>Microsoft Office PowerPoint</Application>
  <PresentationFormat>Widescreen</PresentationFormat>
  <Paragraphs>490</Paragraphs>
  <Slides>11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Arial</vt:lpstr>
      <vt:lpstr>Calibri</vt:lpstr>
      <vt:lpstr>Calibri Light</vt:lpstr>
      <vt:lpstr>DM Serif Display</vt:lpstr>
      <vt:lpstr>Outfit Light</vt:lpstr>
      <vt:lpstr>Outfit SemiBold</vt:lpstr>
      <vt:lpstr>Times New Roman</vt:lpstr>
      <vt:lpstr>Wingdings</vt:lpstr>
      <vt:lpstr>Office Theme</vt:lpstr>
      <vt:lpstr>Binary Worksheet</vt:lpstr>
      <vt:lpstr>PRJ13797: JMUX Replacement Update Project Manager : Dhananjaya Gunaratne   </vt:lpstr>
      <vt:lpstr>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Outfit SemiBold Bold 46 Dark Steel Gray</dc:title>
  <dc:creator>Cleeve, Karen</dc:creator>
  <cp:lastModifiedBy>GUNARATNE, DHANANJAYA</cp:lastModifiedBy>
  <cp:revision>922</cp:revision>
  <dcterms:modified xsi:type="dcterms:W3CDTF">2026-04-19T22:22:29Z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0x0101006081532C56BF694BBE06D977BB2FEE3A</vt:lpwstr>
  </property>
</Properties>
</file>