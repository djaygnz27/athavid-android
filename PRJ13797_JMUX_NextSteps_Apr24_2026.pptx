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Next Steps &amp; Current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D7EE"/>
                </a:solidFill>
              </a:rPr>
              <a:t>PRJ13797: JMUX Replacement  |  PSEG Long Island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731520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9728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📋  NEXT STEPS — Priority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44752"/>
            <a:ext cx="7315200" cy="502919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517904"/>
            <a:ext cx="347472" cy="347472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51790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8132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Resolve DNS (.11→.15, .21→.25) — confirm NSP GUI access to ALL Nokia routers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536192"/>
            <a:ext cx="1417320" cy="27432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9904" y="1536192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Vic / Lee / Wayne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984248"/>
            <a:ext cx="7315200" cy="502919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032" y="2057400"/>
            <a:ext cx="347472" cy="347472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0574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0208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Execute RTU serial port test at Hicksville — validate pinout before Phase 2 construction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2075688"/>
            <a:ext cx="1417320" cy="27432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207568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Ethan / John Ng / Jay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523744"/>
            <a:ext cx="7315200" cy="502919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2596896"/>
            <a:ext cx="347472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259689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56032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Relay RTU cutover to Nokia network — first production circuit migration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615184"/>
            <a:ext cx="141732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4" y="2615184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Lee / John 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063240"/>
            <a:ext cx="7315200" cy="502919"/>
          </a:xfrm>
          <a:prstGeom prst="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" y="3136392"/>
            <a:ext cx="347472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31363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09981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Start PAR engineering design — Chakrapani team, concurrent with RC-30 delivery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154680"/>
            <a:ext cx="1417320" cy="274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3154680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BMcD / Jay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602736"/>
            <a:ext cx="7315200" cy="502919"/>
          </a:xfrm>
          <a:prstGeom prst="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3675887"/>
            <a:ext cx="347472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" y="367588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5️⃣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3639312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Northport C37.94 card — bundle order with Phase 2 equipment PO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694176"/>
            <a:ext cx="1417320" cy="274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9904" y="3694176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Jay / BMcD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142231"/>
            <a:ext cx="7315200" cy="502919"/>
          </a:xfrm>
          <a:prstGeom prst="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4215383"/>
            <a:ext cx="347472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4215383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6️⃣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178807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Hawkeye site surveys — cable &amp; SFP inventory across all Phase 2 sites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4233671"/>
            <a:ext cx="1417320" cy="274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9904" y="4233671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Vinny / Hawkeye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681728"/>
            <a:ext cx="7315200" cy="502919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6032" y="4754880"/>
            <a:ext cx="347472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" y="4754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7️⃣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471830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Confirm Nokia training dates with Glenn — identify attendees &amp; syllabus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4773168"/>
            <a:ext cx="141732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9904" y="4773168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Jay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221224"/>
            <a:ext cx="7315200" cy="502919"/>
          </a:xfrm>
          <a:prstGeom prst="rect">
            <a:avLst/>
          </a:prstGeom>
          <a:solidFill>
            <a:srgbClr val="FFE0E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56032" y="5294376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032" y="52943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8️⃣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25780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3964"/>
                </a:solidFill>
              </a:rPr>
              <a:t>Lindenhurst IFR submission — due Monday April 27  ⚠️ IMMINENT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5312664"/>
            <a:ext cx="141732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9904" y="5312664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Burns &amp; McDonnell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5760720"/>
            <a:ext cx="7315200" cy="502919"/>
          </a:xfrm>
          <a:prstGeom prst="rect">
            <a:avLst/>
          </a:prstGeom>
          <a:solidFill>
            <a:srgbClr val="FFE0E0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6032" y="5833872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" y="58338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9️⃣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79729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3964"/>
                </a:solidFill>
              </a:rPr>
              <a:t>Reconcile PAR relay labor ($495K) forecast with Chad — spread across months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5852159"/>
            <a:ext cx="141732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9904" y="5852159"/>
            <a:ext cx="1408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Jay / Chad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26679" y="1097280"/>
            <a:ext cx="4233672" cy="3291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26679" y="1097280"/>
            <a:ext cx="4233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  ⚠️  CURRENT RISKS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26679" y="1444752"/>
            <a:ext cx="4233672" cy="1499616"/>
          </a:xfrm>
          <a:prstGeom prst="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54112" y="1554480"/>
            <a:ext cx="320040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754112" y="1554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19872" y="151790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964"/>
                </a:solidFill>
              </a:rPr>
              <a:t>DNS Update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19872" y="1792224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NSP installed 4/21, status being confirmed. DNS fix escalated to Vic.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26679" y="2999232"/>
            <a:ext cx="4233672" cy="1499616"/>
          </a:xfrm>
          <a:prstGeom prst="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54112" y="3108960"/>
            <a:ext cx="320040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54112" y="31089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19872" y="307238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964"/>
                </a:solidFill>
              </a:rPr>
              <a:t>Weather Delays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19872" y="3346704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Substation closures possible at temps &gt;90°F. Potential 2-week delay per event. Risk — not yet an issue. Monitor summer forecast. Schedule critical work in cooler windows.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26679" y="4553712"/>
            <a:ext cx="4233672" cy="1499616"/>
          </a:xfrm>
          <a:prstGeom prst="rect">
            <a:avLst/>
          </a:prstGeom>
          <a:solidFill>
            <a:srgbClr val="FFF2CC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54112" y="4663440"/>
            <a:ext cx="320040" cy="3200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54112" y="46634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19872" y="462686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964"/>
                </a:solidFill>
              </a:rPr>
              <a:t>RTU Serial Test Scheduling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19872" y="4901184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DB9 cables delivered to John Ng ✅. Awaiting test date from relay team.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2880" y="658368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 |  JMUX Replacement Program  |  PRJ13797  |  Confidential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