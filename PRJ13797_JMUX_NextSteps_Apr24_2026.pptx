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Current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731520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97280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  📋  NEXT STEPS — Priority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517904"/>
            <a:ext cx="347472" cy="34747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5179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1️⃣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Resolve DNS (.11→.15, .21→.25) — confirm NSP GUI access to ALL Nokia routers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536192"/>
            <a:ext cx="1417320" cy="2743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36192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Vic / Lee / Wayne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84248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" y="2057400"/>
            <a:ext cx="347472" cy="34747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20574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020824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Execute RTU serial port test at Hicksville — validate pinout before Phase 2 construction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75688"/>
            <a:ext cx="1417320" cy="2743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2075688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Ethan / John Ng / Jay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523744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596896"/>
            <a:ext cx="3474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259689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3️⃣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560320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Relay RTU cutover to Nokia network — first production circuit migration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615184"/>
            <a:ext cx="141732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9904" y="2615184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Lee / John 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063240"/>
            <a:ext cx="7315200" cy="502919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136392"/>
            <a:ext cx="347472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31363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9981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Start PAR engineering design — Chakrapani team, concurrent with RC-30 delivery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154680"/>
            <a:ext cx="141732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3154680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BMcD / Jay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602736"/>
            <a:ext cx="7315200" cy="502919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3675887"/>
            <a:ext cx="347472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3675887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5️⃣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63931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Northport C37.94 card — bundle order with Phase 2 equipment PO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694176"/>
            <a:ext cx="141732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9904" y="3694176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 / BMcD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142231"/>
            <a:ext cx="7315200" cy="502919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6032" y="4215383"/>
            <a:ext cx="347472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" y="4215383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6️⃣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178807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Hawkeye site surveys — cable &amp; SFP inventory across all Phase 2 sites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4233671"/>
            <a:ext cx="141732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9904" y="4233671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Vinny / Hawkeye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681728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6032" y="4754880"/>
            <a:ext cx="3474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4754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7️⃣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718304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Confirm Nokia training dates with Glenn — identify attendees &amp; syllabus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4773168"/>
            <a:ext cx="141732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9904" y="4773168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5221224"/>
            <a:ext cx="7315200" cy="502919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032" y="5294376"/>
            <a:ext cx="34747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52943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8️⃣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257800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Lindenhurst IFR submission — due Monday April 27  ⚠️ IMMINENT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5312664"/>
            <a:ext cx="14173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9904" y="5312664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Burns &amp; McDonnell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5760720"/>
            <a:ext cx="7315200" cy="502919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" y="5833872"/>
            <a:ext cx="34747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58338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9️⃣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79729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Reconcile PAR relay labor ($495K) forecast with Chad — spread across months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852159"/>
            <a:ext cx="14173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9904" y="5852159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 / Chad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79" y="1097280"/>
            <a:ext cx="4233672" cy="3291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26679" y="1097280"/>
            <a:ext cx="4233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  ⚠️  CURRENT RISKS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679" y="1444752"/>
            <a:ext cx="4233672" cy="932688"/>
          </a:xfrm>
          <a:prstGeom prst="rect">
            <a:avLst/>
          </a:prstGeom>
          <a:solidFill>
            <a:srgbClr val="E2EFDA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54112" y="1536192"/>
            <a:ext cx="320040" cy="3200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54112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19872" y="14996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PAR Iniven RC-30 Equipment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19872" y="1773936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PO placed ✅ — equipment on order. 8-week lead time. Monitor delivery.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26679" y="2414016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54112" y="2505456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54112" y="25054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24688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DNS / NSP Access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2743200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NSP installed 4/21. DNS fix escalated to Vic. Confirm full router access.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26679" y="3383280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54112" y="3474720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54112" y="34747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34381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RTU Serial Test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9872" y="3712464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DB9 cables delivered to John Ng ✅. Awaiting test date — target week of Apr 27.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26679" y="4352544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54112" y="4443983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54112" y="4443983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9872" y="4407407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Melville &amp; 6DL Pilgrim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19872" y="4681728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IFR/IFC dates still TBD. Monitoring for schedule impact.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26679" y="5321808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54112" y="5413248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54112" y="54132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19872" y="53766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Weather Delays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19872" y="5650992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Substation closures possible at temps &gt;90°F. Schedule critical work in cooler windows.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2880" y="658368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 |  JMUX Replacement Program  |  PRJ13797  |  Confidential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